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515" r:id="rId3"/>
    <p:sldId id="516" r:id="rId4"/>
    <p:sldId id="517" r:id="rId5"/>
    <p:sldId id="518" r:id="rId6"/>
    <p:sldId id="258" r:id="rId7"/>
    <p:sldId id="257" r:id="rId8"/>
    <p:sldId id="263" r:id="rId9"/>
    <p:sldId id="264" r:id="rId10"/>
    <p:sldId id="380" r:id="rId11"/>
    <p:sldId id="513" r:id="rId12"/>
    <p:sldId id="455" r:id="rId13"/>
    <p:sldId id="519" r:id="rId14"/>
    <p:sldId id="520" r:id="rId15"/>
    <p:sldId id="521" r:id="rId16"/>
    <p:sldId id="522" r:id="rId17"/>
    <p:sldId id="514" r:id="rId18"/>
    <p:sldId id="464" r:id="rId19"/>
    <p:sldId id="523" r:id="rId20"/>
    <p:sldId id="524" r:id="rId21"/>
    <p:sldId id="261" r:id="rId22"/>
    <p:sldId id="329" r:id="rId23"/>
    <p:sldId id="259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A0"/>
    <a:srgbClr val="FFB85F"/>
    <a:srgbClr val="FCF4D9"/>
    <a:srgbClr val="462066"/>
    <a:srgbClr val="FF7A5A"/>
    <a:srgbClr val="8ED2C9"/>
    <a:srgbClr val="FF5050"/>
    <a:srgbClr val="2E471D"/>
    <a:srgbClr val="FB838D"/>
    <a:srgbClr val="5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84197" autoAdjust="0"/>
  </p:normalViewPr>
  <p:slideViewPr>
    <p:cSldViewPr snapToGrid="0">
      <p:cViewPr varScale="1">
        <p:scale>
          <a:sx n="124" d="100"/>
          <a:sy n="124" d="100"/>
        </p:scale>
        <p:origin x="422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2977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24298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254880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j-lt"/>
              </a:defRPr>
            </a:lvl1pPr>
            <a:lvl2pPr>
              <a:lnSpc>
                <a:spcPct val="100000"/>
              </a:lnSpc>
              <a:defRPr>
                <a:latin typeface="+mj-lt"/>
              </a:defRPr>
            </a:lvl2pPr>
            <a:lvl3pPr>
              <a:lnSpc>
                <a:spcPct val="100000"/>
              </a:lnSpc>
              <a:defRPr>
                <a:latin typeface="+mj-lt"/>
              </a:defRPr>
            </a:lvl3pPr>
            <a:lvl4pPr>
              <a:lnSpc>
                <a:spcPct val="100000"/>
              </a:lnSpc>
              <a:defRPr>
                <a:latin typeface="+mj-lt"/>
              </a:defRPr>
            </a:lvl4pPr>
            <a:lvl5pPr>
              <a:lnSpc>
                <a:spcPct val="10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7EB42A4-490B-D3D3-D68C-B88F22E5E089}"/>
              </a:ext>
            </a:extLst>
          </p:cNvPr>
          <p:cNvGrpSpPr/>
          <p:nvPr/>
        </p:nvGrpSpPr>
        <p:grpSpPr>
          <a:xfrm>
            <a:off x="6789282" y="0"/>
            <a:ext cx="4683928" cy="6146276"/>
            <a:chOff x="2792917" y="0"/>
            <a:chExt cx="4683928" cy="614627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F3F8E2D-A997-DED2-6702-7A22688173EC}"/>
                </a:ext>
              </a:extLst>
            </p:cNvPr>
            <p:cNvSpPr/>
            <p:nvPr/>
          </p:nvSpPr>
          <p:spPr>
            <a:xfrm>
              <a:off x="2792917" y="1462348"/>
              <a:ext cx="4683928" cy="4683928"/>
            </a:xfrm>
            <a:prstGeom prst="ellipse">
              <a:avLst/>
            </a:prstGeom>
            <a:gradFill flip="none" rotWithShape="1">
              <a:gsLst>
                <a:gs pos="32000">
                  <a:srgbClr val="F4D1BB"/>
                </a:gs>
                <a:gs pos="0">
                  <a:schemeClr val="bg1">
                    <a:alpha val="0"/>
                  </a:schemeClr>
                </a:gs>
                <a:gs pos="68000">
                  <a:schemeClr val="accent2"/>
                </a:gs>
                <a:gs pos="100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2F8AB9E-DC91-903C-C1FB-68CA569A2301}"/>
                </a:ext>
              </a:extLst>
            </p:cNvPr>
            <p:cNvGrpSpPr/>
            <p:nvPr/>
          </p:nvGrpSpPr>
          <p:grpSpPr>
            <a:xfrm rot="10800000">
              <a:off x="4356597" y="0"/>
              <a:ext cx="1556567" cy="4526952"/>
              <a:chOff x="6187810" y="1901185"/>
              <a:chExt cx="1556567" cy="4526952"/>
            </a:xfrm>
            <a:solidFill>
              <a:schemeClr val="bg1"/>
            </a:solidFill>
          </p:grpSpPr>
          <p:grpSp>
            <p:nvGrpSpPr>
              <p:cNvPr id="14" name="Content Placeholder 5" descr="Lightbulb outline">
                <a:extLst>
                  <a:ext uri="{FF2B5EF4-FFF2-40B4-BE49-F238E27FC236}">
                    <a16:creationId xmlns:a16="http://schemas.microsoft.com/office/drawing/2014/main" id="{0AAC298F-8C19-664B-F74B-7A00B8F0A2AE}"/>
                  </a:ext>
                </a:extLst>
              </p:cNvPr>
              <p:cNvGrpSpPr/>
              <p:nvPr/>
            </p:nvGrpSpPr>
            <p:grpSpPr>
              <a:xfrm>
                <a:off x="6187810" y="1901185"/>
                <a:ext cx="1556567" cy="2512887"/>
                <a:chOff x="6187810" y="1901185"/>
                <a:chExt cx="1556567" cy="2512887"/>
              </a:xfrm>
              <a:grpFill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A7D8EAEF-9C04-7E88-D503-BEA06D3C64AD}"/>
                    </a:ext>
                  </a:extLst>
                </p:cNvPr>
                <p:cNvSpPr/>
                <p:nvPr/>
              </p:nvSpPr>
              <p:spPr>
                <a:xfrm>
                  <a:off x="6187810" y="1901185"/>
                  <a:ext cx="1556567" cy="1624620"/>
                </a:xfrm>
                <a:custGeom>
                  <a:avLst/>
                  <a:gdLst>
                    <a:gd name="connsiteX0" fmla="*/ 1185201 w 1556567"/>
                    <a:gd name="connsiteY0" fmla="*/ 1591559 h 1624620"/>
                    <a:gd name="connsiteX1" fmla="*/ 1367320 w 1556567"/>
                    <a:gd name="connsiteY1" fmla="*/ 1295811 h 1624620"/>
                    <a:gd name="connsiteX2" fmla="*/ 1502430 w 1556567"/>
                    <a:gd name="connsiteY2" fmla="*/ 1074405 h 1624620"/>
                    <a:gd name="connsiteX3" fmla="*/ 1556567 w 1556567"/>
                    <a:gd name="connsiteY3" fmla="*/ 804963 h 1624620"/>
                    <a:gd name="connsiteX4" fmla="*/ 1556567 w 1556567"/>
                    <a:gd name="connsiteY4" fmla="*/ 778284 h 1624620"/>
                    <a:gd name="connsiteX5" fmla="*/ 778284 w 1556567"/>
                    <a:gd name="connsiteY5" fmla="*/ 0 h 1624620"/>
                    <a:gd name="connsiteX6" fmla="*/ 0 w 1556567"/>
                    <a:gd name="connsiteY6" fmla="*/ 778284 h 1624620"/>
                    <a:gd name="connsiteX7" fmla="*/ 0 w 1556567"/>
                    <a:gd name="connsiteY7" fmla="*/ 805057 h 1624620"/>
                    <a:gd name="connsiteX8" fmla="*/ 54169 w 1556567"/>
                    <a:gd name="connsiteY8" fmla="*/ 1074436 h 1624620"/>
                    <a:gd name="connsiteX9" fmla="*/ 189279 w 1556567"/>
                    <a:gd name="connsiteY9" fmla="*/ 1295842 h 1624620"/>
                    <a:gd name="connsiteX10" fmla="*/ 371397 w 1556567"/>
                    <a:gd name="connsiteY10" fmla="*/ 1591590 h 1624620"/>
                    <a:gd name="connsiteX11" fmla="*/ 424663 w 1556567"/>
                    <a:gd name="connsiteY11" fmla="*/ 1624620 h 1624620"/>
                    <a:gd name="connsiteX12" fmla="*/ 1131936 w 1556567"/>
                    <a:gd name="connsiteY12" fmla="*/ 1624620 h 1624620"/>
                    <a:gd name="connsiteX13" fmla="*/ 1185201 w 1556567"/>
                    <a:gd name="connsiteY13" fmla="*/ 1591559 h 1624620"/>
                    <a:gd name="connsiteX14" fmla="*/ 1130068 w 1556567"/>
                    <a:gd name="connsiteY14" fmla="*/ 1562327 h 1624620"/>
                    <a:gd name="connsiteX15" fmla="*/ 426499 w 1556567"/>
                    <a:gd name="connsiteY15" fmla="*/ 1562327 h 1624620"/>
                    <a:gd name="connsiteX16" fmla="*/ 235944 w 1556567"/>
                    <a:gd name="connsiteY16" fmla="*/ 1254406 h 1624620"/>
                    <a:gd name="connsiteX17" fmla="*/ 112384 w 1556567"/>
                    <a:gd name="connsiteY17" fmla="*/ 1052053 h 1624620"/>
                    <a:gd name="connsiteX18" fmla="*/ 62263 w 1556567"/>
                    <a:gd name="connsiteY18" fmla="*/ 803967 h 1624620"/>
                    <a:gd name="connsiteX19" fmla="*/ 62263 w 1556567"/>
                    <a:gd name="connsiteY19" fmla="*/ 779342 h 1624620"/>
                    <a:gd name="connsiteX20" fmla="*/ 777754 w 1556567"/>
                    <a:gd name="connsiteY20" fmla="*/ 62792 h 1624620"/>
                    <a:gd name="connsiteX21" fmla="*/ 1494305 w 1556567"/>
                    <a:gd name="connsiteY21" fmla="*/ 778284 h 1624620"/>
                    <a:gd name="connsiteX22" fmla="*/ 1494305 w 1556567"/>
                    <a:gd name="connsiteY22" fmla="*/ 804091 h 1624620"/>
                    <a:gd name="connsiteX23" fmla="*/ 1444339 w 1556567"/>
                    <a:gd name="connsiteY23" fmla="*/ 1051897 h 1624620"/>
                    <a:gd name="connsiteX24" fmla="*/ 1321370 w 1556567"/>
                    <a:gd name="connsiteY24" fmla="*/ 1253784 h 1624620"/>
                    <a:gd name="connsiteX25" fmla="*/ 1130068 w 1556567"/>
                    <a:gd name="connsiteY25" fmla="*/ 1562327 h 1624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556567" h="1624620">
                      <a:moveTo>
                        <a:pt x="1185201" y="1591559"/>
                      </a:moveTo>
                      <a:cubicBezTo>
                        <a:pt x="1218201" y="1524315"/>
                        <a:pt x="1296029" y="1373640"/>
                        <a:pt x="1367320" y="1295811"/>
                      </a:cubicBezTo>
                      <a:cubicBezTo>
                        <a:pt x="1425165" y="1230631"/>
                        <a:pt x="1470919" y="1155655"/>
                        <a:pt x="1502430" y="1074405"/>
                      </a:cubicBezTo>
                      <a:cubicBezTo>
                        <a:pt x="1535451" y="988261"/>
                        <a:pt x="1553750" y="897177"/>
                        <a:pt x="1556567" y="804963"/>
                      </a:cubicBezTo>
                      <a:lnTo>
                        <a:pt x="1556567" y="778284"/>
                      </a:lnTo>
                      <a:cubicBezTo>
                        <a:pt x="1556567" y="348450"/>
                        <a:pt x="1208117" y="0"/>
                        <a:pt x="778284" y="0"/>
                      </a:cubicBezTo>
                      <a:cubicBezTo>
                        <a:pt x="348450" y="0"/>
                        <a:pt x="0" y="348450"/>
                        <a:pt x="0" y="778284"/>
                      </a:cubicBezTo>
                      <a:lnTo>
                        <a:pt x="0" y="805057"/>
                      </a:lnTo>
                      <a:cubicBezTo>
                        <a:pt x="2833" y="897252"/>
                        <a:pt x="21144" y="988314"/>
                        <a:pt x="54169" y="1074436"/>
                      </a:cubicBezTo>
                      <a:cubicBezTo>
                        <a:pt x="85680" y="1155686"/>
                        <a:pt x="131433" y="1230663"/>
                        <a:pt x="189279" y="1295842"/>
                      </a:cubicBezTo>
                      <a:cubicBezTo>
                        <a:pt x="260569" y="1373359"/>
                        <a:pt x="338398" y="1524409"/>
                        <a:pt x="371397" y="1591590"/>
                      </a:cubicBezTo>
                      <a:cubicBezTo>
                        <a:pt x="381443" y="1611819"/>
                        <a:pt x="402077" y="1624614"/>
                        <a:pt x="424663" y="1624620"/>
                      </a:cubicBezTo>
                      <a:lnTo>
                        <a:pt x="1131936" y="1624620"/>
                      </a:lnTo>
                      <a:cubicBezTo>
                        <a:pt x="1154528" y="1624608"/>
                        <a:pt x="1175165" y="1611801"/>
                        <a:pt x="1185201" y="1591559"/>
                      </a:cubicBezTo>
                      <a:close/>
                      <a:moveTo>
                        <a:pt x="1130068" y="1562327"/>
                      </a:moveTo>
                      <a:lnTo>
                        <a:pt x="426499" y="1562327"/>
                      </a:lnTo>
                      <a:cubicBezTo>
                        <a:pt x="386340" y="1480638"/>
                        <a:pt x="308979" y="1333822"/>
                        <a:pt x="235944" y="1254406"/>
                      </a:cubicBezTo>
                      <a:cubicBezTo>
                        <a:pt x="183027" y="1194858"/>
                        <a:pt x="141184" y="1126329"/>
                        <a:pt x="112384" y="1052053"/>
                      </a:cubicBezTo>
                      <a:cubicBezTo>
                        <a:pt x="81922" y="972742"/>
                        <a:pt x="64977" y="888884"/>
                        <a:pt x="62263" y="803967"/>
                      </a:cubicBezTo>
                      <a:lnTo>
                        <a:pt x="62263" y="779342"/>
                      </a:lnTo>
                      <a:cubicBezTo>
                        <a:pt x="61970" y="383896"/>
                        <a:pt x="382305" y="63084"/>
                        <a:pt x="777754" y="62792"/>
                      </a:cubicBezTo>
                      <a:cubicBezTo>
                        <a:pt x="1173203" y="62500"/>
                        <a:pt x="1494012" y="382838"/>
                        <a:pt x="1494305" y="778284"/>
                      </a:cubicBezTo>
                      <a:lnTo>
                        <a:pt x="1494305" y="804091"/>
                      </a:lnTo>
                      <a:cubicBezTo>
                        <a:pt x="1491627" y="888906"/>
                        <a:pt x="1474738" y="972671"/>
                        <a:pt x="1444339" y="1051897"/>
                      </a:cubicBezTo>
                      <a:cubicBezTo>
                        <a:pt x="1415695" y="1125977"/>
                        <a:pt x="1374053" y="1194348"/>
                        <a:pt x="1321370" y="1253784"/>
                      </a:cubicBezTo>
                      <a:cubicBezTo>
                        <a:pt x="1247309" y="1334601"/>
                        <a:pt x="1170009" y="1481260"/>
                        <a:pt x="1130068" y="1562327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5D911BE-2AB0-FED8-2D11-B3AC6BC78AF5}"/>
                    </a:ext>
                  </a:extLst>
                </p:cNvPr>
                <p:cNvSpPr/>
                <p:nvPr/>
              </p:nvSpPr>
              <p:spPr>
                <a:xfrm>
                  <a:off x="6597437" y="3714305"/>
                  <a:ext cx="747152" cy="62262"/>
                </a:xfrm>
                <a:custGeom>
                  <a:avLst/>
                  <a:gdLst>
                    <a:gd name="connsiteX0" fmla="*/ 716021 w 747152"/>
                    <a:gd name="connsiteY0" fmla="*/ 0 h 62262"/>
                    <a:gd name="connsiteX1" fmla="*/ 31131 w 747152"/>
                    <a:gd name="connsiteY1" fmla="*/ 0 h 62262"/>
                    <a:gd name="connsiteX2" fmla="*/ 0 w 747152"/>
                    <a:gd name="connsiteY2" fmla="*/ 31131 h 62262"/>
                    <a:gd name="connsiteX3" fmla="*/ 31131 w 747152"/>
                    <a:gd name="connsiteY3" fmla="*/ 62263 h 62262"/>
                    <a:gd name="connsiteX4" fmla="*/ 716021 w 747152"/>
                    <a:gd name="connsiteY4" fmla="*/ 62263 h 62262"/>
                    <a:gd name="connsiteX5" fmla="*/ 747152 w 747152"/>
                    <a:gd name="connsiteY5" fmla="*/ 31131 h 62262"/>
                    <a:gd name="connsiteX6" fmla="*/ 716021 w 747152"/>
                    <a:gd name="connsiteY6" fmla="*/ 0 h 62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47152" h="62262">
                      <a:moveTo>
                        <a:pt x="716021" y="0"/>
                      </a:moveTo>
                      <a:lnTo>
                        <a:pt x="31131" y="0"/>
                      </a:lnTo>
                      <a:cubicBezTo>
                        <a:pt x="13938" y="0"/>
                        <a:pt x="0" y="13938"/>
                        <a:pt x="0" y="31131"/>
                      </a:cubicBezTo>
                      <a:cubicBezTo>
                        <a:pt x="0" y="48325"/>
                        <a:pt x="13938" y="62263"/>
                        <a:pt x="31131" y="62263"/>
                      </a:cubicBezTo>
                      <a:lnTo>
                        <a:pt x="716021" y="62263"/>
                      </a:lnTo>
                      <a:cubicBezTo>
                        <a:pt x="733215" y="62263"/>
                        <a:pt x="747152" y="48325"/>
                        <a:pt x="747152" y="31131"/>
                      </a:cubicBezTo>
                      <a:cubicBezTo>
                        <a:pt x="747152" y="13938"/>
                        <a:pt x="733215" y="0"/>
                        <a:pt x="716021" y="0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BFAC1784-BBA7-1C12-31E4-7C1BDFCA8C4E}"/>
                    </a:ext>
                  </a:extLst>
                </p:cNvPr>
                <p:cNvSpPr/>
                <p:nvPr/>
              </p:nvSpPr>
              <p:spPr>
                <a:xfrm>
                  <a:off x="6597437" y="3967372"/>
                  <a:ext cx="747152" cy="62262"/>
                </a:xfrm>
                <a:custGeom>
                  <a:avLst/>
                  <a:gdLst>
                    <a:gd name="connsiteX0" fmla="*/ 747152 w 747152"/>
                    <a:gd name="connsiteY0" fmla="*/ 31131 h 62262"/>
                    <a:gd name="connsiteX1" fmla="*/ 716021 w 747152"/>
                    <a:gd name="connsiteY1" fmla="*/ 0 h 62262"/>
                    <a:gd name="connsiteX2" fmla="*/ 31131 w 747152"/>
                    <a:gd name="connsiteY2" fmla="*/ 0 h 62262"/>
                    <a:gd name="connsiteX3" fmla="*/ 0 w 747152"/>
                    <a:gd name="connsiteY3" fmla="*/ 31131 h 62262"/>
                    <a:gd name="connsiteX4" fmla="*/ 31131 w 747152"/>
                    <a:gd name="connsiteY4" fmla="*/ 62263 h 62262"/>
                    <a:gd name="connsiteX5" fmla="*/ 716021 w 747152"/>
                    <a:gd name="connsiteY5" fmla="*/ 62263 h 62262"/>
                    <a:gd name="connsiteX6" fmla="*/ 747152 w 747152"/>
                    <a:gd name="connsiteY6" fmla="*/ 31131 h 62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47152" h="62262">
                      <a:moveTo>
                        <a:pt x="747152" y="31131"/>
                      </a:moveTo>
                      <a:cubicBezTo>
                        <a:pt x="747152" y="13938"/>
                        <a:pt x="733215" y="0"/>
                        <a:pt x="716021" y="0"/>
                      </a:cubicBezTo>
                      <a:lnTo>
                        <a:pt x="31131" y="0"/>
                      </a:lnTo>
                      <a:cubicBezTo>
                        <a:pt x="13938" y="0"/>
                        <a:pt x="0" y="13938"/>
                        <a:pt x="0" y="31131"/>
                      </a:cubicBezTo>
                      <a:cubicBezTo>
                        <a:pt x="0" y="48325"/>
                        <a:pt x="13938" y="62263"/>
                        <a:pt x="31131" y="62263"/>
                      </a:cubicBezTo>
                      <a:lnTo>
                        <a:pt x="716021" y="62263"/>
                      </a:lnTo>
                      <a:cubicBezTo>
                        <a:pt x="733215" y="62263"/>
                        <a:pt x="747152" y="48325"/>
                        <a:pt x="747152" y="31131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3B613FC8-9347-1A95-A620-4D3466451EB4}"/>
                    </a:ext>
                  </a:extLst>
                </p:cNvPr>
                <p:cNvSpPr/>
                <p:nvPr/>
              </p:nvSpPr>
              <p:spPr>
                <a:xfrm>
                  <a:off x="6786861" y="4214243"/>
                  <a:ext cx="359895" cy="199829"/>
                </a:xfrm>
                <a:custGeom>
                  <a:avLst/>
                  <a:gdLst>
                    <a:gd name="connsiteX0" fmla="*/ 359795 w 359895"/>
                    <a:gd name="connsiteY0" fmla="*/ 33622 h 199829"/>
                    <a:gd name="connsiteX1" fmla="*/ 331253 w 359895"/>
                    <a:gd name="connsiteY1" fmla="*/ 100 h 199829"/>
                    <a:gd name="connsiteX2" fmla="*/ 328663 w 359895"/>
                    <a:gd name="connsiteY2" fmla="*/ 0 h 199829"/>
                    <a:gd name="connsiteX3" fmla="*/ 31234 w 359895"/>
                    <a:gd name="connsiteY3" fmla="*/ 0 h 199829"/>
                    <a:gd name="connsiteX4" fmla="*/ 0 w 359895"/>
                    <a:gd name="connsiteY4" fmla="*/ 31029 h 199829"/>
                    <a:gd name="connsiteX5" fmla="*/ 103 w 359895"/>
                    <a:gd name="connsiteY5" fmla="*/ 33653 h 199829"/>
                    <a:gd name="connsiteX6" fmla="*/ 194126 w 359895"/>
                    <a:gd name="connsiteY6" fmla="*/ 199259 h 199829"/>
                    <a:gd name="connsiteX7" fmla="*/ 359732 w 359895"/>
                    <a:gd name="connsiteY7" fmla="*/ 33653 h 199829"/>
                    <a:gd name="connsiteX8" fmla="*/ 180167 w 359895"/>
                    <a:gd name="connsiteY8" fmla="*/ 137507 h 199829"/>
                    <a:gd name="connsiteX9" fmla="*/ 70273 w 359895"/>
                    <a:gd name="connsiteY9" fmla="*/ 62263 h 199829"/>
                    <a:gd name="connsiteX10" fmla="*/ 290091 w 359895"/>
                    <a:gd name="connsiteY10" fmla="*/ 62263 h 199829"/>
                    <a:gd name="connsiteX11" fmla="*/ 180198 w 359895"/>
                    <a:gd name="connsiteY11" fmla="*/ 137507 h 199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59895" h="199829">
                      <a:moveTo>
                        <a:pt x="359795" y="33622"/>
                      </a:moveTo>
                      <a:cubicBezTo>
                        <a:pt x="361171" y="16484"/>
                        <a:pt x="348391" y="1476"/>
                        <a:pt x="331253" y="100"/>
                      </a:cubicBezTo>
                      <a:cubicBezTo>
                        <a:pt x="330391" y="31"/>
                        <a:pt x="329529" y="-3"/>
                        <a:pt x="328663" y="0"/>
                      </a:cubicBezTo>
                      <a:lnTo>
                        <a:pt x="31234" y="0"/>
                      </a:lnTo>
                      <a:cubicBezTo>
                        <a:pt x="14040" y="-56"/>
                        <a:pt x="56" y="13835"/>
                        <a:pt x="0" y="31029"/>
                      </a:cubicBezTo>
                      <a:cubicBezTo>
                        <a:pt x="-3" y="31904"/>
                        <a:pt x="31" y="32782"/>
                        <a:pt x="103" y="33653"/>
                      </a:cubicBezTo>
                      <a:cubicBezTo>
                        <a:pt x="7948" y="132962"/>
                        <a:pt x="94817" y="207108"/>
                        <a:pt x="194126" y="199259"/>
                      </a:cubicBezTo>
                      <a:cubicBezTo>
                        <a:pt x="282533" y="192277"/>
                        <a:pt x="352746" y="122060"/>
                        <a:pt x="359732" y="33653"/>
                      </a:cubicBezTo>
                      <a:close/>
                      <a:moveTo>
                        <a:pt x="180167" y="137507"/>
                      </a:moveTo>
                      <a:cubicBezTo>
                        <a:pt x="131648" y="137087"/>
                        <a:pt x="88211" y="107344"/>
                        <a:pt x="70273" y="62263"/>
                      </a:cubicBezTo>
                      <a:lnTo>
                        <a:pt x="290091" y="62263"/>
                      </a:lnTo>
                      <a:cubicBezTo>
                        <a:pt x="272216" y="107394"/>
                        <a:pt x="228741" y="137162"/>
                        <a:pt x="180198" y="137507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pic>
            <p:nvPicPr>
              <p:cNvPr id="10" name="Graphic 9" descr="Badge Question Mark with solid fill">
                <a:extLst>
                  <a:ext uri="{FF2B5EF4-FFF2-40B4-BE49-F238E27FC236}">
                    <a16:creationId xmlns:a16="http://schemas.microsoft.com/office/drawing/2014/main" id="{CA9EDA1E-AAE9-08B0-B96E-A7037AC0A2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0800000">
                <a:off x="6193056" y="1908935"/>
                <a:ext cx="1546075" cy="1546075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B2264E0-27EC-C78C-F196-34029DC2AAEF}"/>
                  </a:ext>
                </a:extLst>
              </p:cNvPr>
              <p:cNvSpPr/>
              <p:nvPr/>
            </p:nvSpPr>
            <p:spPr>
              <a:xfrm>
                <a:off x="6926226" y="4581427"/>
                <a:ext cx="79734" cy="184671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F97162-DA09-17A9-FC64-20DF46BE9B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97493F-77A7-8E32-A142-3B665342967D}"/>
              </a:ext>
            </a:extLst>
          </p:cNvPr>
          <p:cNvGrpSpPr/>
          <p:nvPr/>
        </p:nvGrpSpPr>
        <p:grpSpPr>
          <a:xfrm rot="10800000">
            <a:off x="630441" y="0"/>
            <a:ext cx="965924" cy="2809188"/>
            <a:chOff x="6187810" y="1901185"/>
            <a:chExt cx="1556567" cy="4526952"/>
          </a:xfrm>
          <a:solidFill>
            <a:schemeClr val="accent2">
              <a:lumMod val="75000"/>
            </a:schemeClr>
          </a:solidFill>
        </p:grpSpPr>
        <p:grpSp>
          <p:nvGrpSpPr>
            <p:cNvPr id="26" name="Content Placeholder 5" descr="Lightbulb outline">
              <a:extLst>
                <a:ext uri="{FF2B5EF4-FFF2-40B4-BE49-F238E27FC236}">
                  <a16:creationId xmlns:a16="http://schemas.microsoft.com/office/drawing/2014/main" id="{534C5C59-072F-1FD1-7948-10B41ECDC423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7A57D5D-5692-1B69-A27E-69C14DEA6671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9098FFA-C9E4-6CFD-BCC5-71063021CBC0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D0C3CC0-55E5-B078-E8C8-197050F490D0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A25F5B9-C63B-E259-7E82-A43CD283205A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27" name="Graphic 26" descr="Badge Question Mark with solid fill">
              <a:extLst>
                <a:ext uri="{FF2B5EF4-FFF2-40B4-BE49-F238E27FC236}">
                  <a16:creationId xmlns:a16="http://schemas.microsoft.com/office/drawing/2014/main" id="{0EFC90BE-EF20-AA5C-4488-3BBD20614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412026B-9289-C2F8-B583-7721ABE654AC}"/>
                </a:ext>
              </a:extLst>
            </p:cNvPr>
            <p:cNvSpPr/>
            <p:nvPr/>
          </p:nvSpPr>
          <p:spPr>
            <a:xfrm>
              <a:off x="6926226" y="4581427"/>
              <a:ext cx="79734" cy="18467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5681EC-158C-9805-19CC-41615D69E14F}"/>
              </a:ext>
            </a:extLst>
          </p:cNvPr>
          <p:cNvGrpSpPr/>
          <p:nvPr/>
        </p:nvGrpSpPr>
        <p:grpSpPr>
          <a:xfrm rot="10800000">
            <a:off x="2515802" y="-6274"/>
            <a:ext cx="965924" cy="3946674"/>
            <a:chOff x="6187810" y="78254"/>
            <a:chExt cx="1556567" cy="6359992"/>
          </a:xfrm>
          <a:solidFill>
            <a:schemeClr val="accent2">
              <a:lumMod val="75000"/>
            </a:schemeClr>
          </a:solidFill>
        </p:grpSpPr>
        <p:grpSp>
          <p:nvGrpSpPr>
            <p:cNvPr id="42" name="Content Placeholder 5" descr="Lightbulb outline">
              <a:extLst>
                <a:ext uri="{FF2B5EF4-FFF2-40B4-BE49-F238E27FC236}">
                  <a16:creationId xmlns:a16="http://schemas.microsoft.com/office/drawing/2014/main" id="{BF73E2A0-2A90-88A4-8871-BED2A989865A}"/>
                </a:ext>
              </a:extLst>
            </p:cNvPr>
            <p:cNvGrpSpPr/>
            <p:nvPr/>
          </p:nvGrpSpPr>
          <p:grpSpPr>
            <a:xfrm>
              <a:off x="6187810" y="78254"/>
              <a:ext cx="1556567" cy="2512875"/>
              <a:chOff x="6187810" y="78254"/>
              <a:chExt cx="1556567" cy="2512875"/>
            </a:xfrm>
            <a:grpFill/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DBB839A-940B-BE10-A944-0C2892F60911}"/>
                  </a:ext>
                </a:extLst>
              </p:cNvPr>
              <p:cNvSpPr/>
              <p:nvPr/>
            </p:nvSpPr>
            <p:spPr>
              <a:xfrm>
                <a:off x="6187810" y="78254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FAAB39C-87A1-C6D0-471D-5B8F2114C5ED}"/>
                  </a:ext>
                </a:extLst>
              </p:cNvPr>
              <p:cNvSpPr/>
              <p:nvPr/>
            </p:nvSpPr>
            <p:spPr>
              <a:xfrm>
                <a:off x="6597437" y="1891372"/>
                <a:ext cx="747151" cy="62263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ECB74F7-A036-AB54-6E70-B1799E28FB5E}"/>
                  </a:ext>
                </a:extLst>
              </p:cNvPr>
              <p:cNvSpPr/>
              <p:nvPr/>
            </p:nvSpPr>
            <p:spPr>
              <a:xfrm>
                <a:off x="6597437" y="2144438"/>
                <a:ext cx="747151" cy="62263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CEC9A3E-610A-688D-35C9-6DC3AE9125AD}"/>
                  </a:ext>
                </a:extLst>
              </p:cNvPr>
              <p:cNvSpPr/>
              <p:nvPr/>
            </p:nvSpPr>
            <p:spPr>
              <a:xfrm>
                <a:off x="6786861" y="2391301"/>
                <a:ext cx="359895" cy="199828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43" name="Graphic 42" descr="Badge Question Mark with solid fill">
              <a:extLst>
                <a:ext uri="{FF2B5EF4-FFF2-40B4-BE49-F238E27FC236}">
                  <a16:creationId xmlns:a16="http://schemas.microsoft.com/office/drawing/2014/main" id="{85EB89E2-45AB-9116-5E5E-7B0A7A474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6193057" y="85997"/>
              <a:ext cx="1546075" cy="1546076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2E5F9C4-F939-3CE8-FDF3-D993EDD76DE9}"/>
                </a:ext>
              </a:extLst>
            </p:cNvPr>
            <p:cNvSpPr/>
            <p:nvPr/>
          </p:nvSpPr>
          <p:spPr>
            <a:xfrm>
              <a:off x="6926224" y="2839526"/>
              <a:ext cx="79734" cy="35987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EC2CE79-9B20-D1F5-36D8-6A4C5F9B062A}"/>
              </a:ext>
            </a:extLst>
          </p:cNvPr>
          <p:cNvGrpSpPr/>
          <p:nvPr/>
        </p:nvGrpSpPr>
        <p:grpSpPr>
          <a:xfrm rot="10800000">
            <a:off x="3613678" y="-11871"/>
            <a:ext cx="965924" cy="2486155"/>
            <a:chOff x="6187810" y="1901185"/>
            <a:chExt cx="1556567" cy="4006392"/>
          </a:xfrm>
          <a:solidFill>
            <a:schemeClr val="accent2">
              <a:lumMod val="75000"/>
            </a:schemeClr>
          </a:solidFill>
        </p:grpSpPr>
        <p:grpSp>
          <p:nvGrpSpPr>
            <p:cNvPr id="50" name="Content Placeholder 5" descr="Lightbulb outline">
              <a:extLst>
                <a:ext uri="{FF2B5EF4-FFF2-40B4-BE49-F238E27FC236}">
                  <a16:creationId xmlns:a16="http://schemas.microsoft.com/office/drawing/2014/main" id="{2A30BF69-361F-ABC6-391F-3342622B4918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92B5164F-1BEB-02E9-ED2C-B81B974F3629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7B35B33-136B-117C-E599-353E70942386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269F73C0-1224-501F-F9CE-4102F4A89359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AD5D247-6927-04CB-6A47-4724A5BE17BB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51" name="Graphic 50" descr="Badge Question Mark with solid fill">
              <a:extLst>
                <a:ext uri="{FF2B5EF4-FFF2-40B4-BE49-F238E27FC236}">
                  <a16:creationId xmlns:a16="http://schemas.microsoft.com/office/drawing/2014/main" id="{BC7E9C4B-7B26-6957-4756-2B62995AF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66D4F40-0BD6-8712-CFBB-1D7272268950}"/>
                </a:ext>
              </a:extLst>
            </p:cNvPr>
            <p:cNvSpPr/>
            <p:nvPr/>
          </p:nvSpPr>
          <p:spPr>
            <a:xfrm>
              <a:off x="6926224" y="4646248"/>
              <a:ext cx="79734" cy="12613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F3A51A8-87F1-8159-CBE2-A55A1C11AC70}"/>
              </a:ext>
            </a:extLst>
          </p:cNvPr>
          <p:cNvGrpSpPr/>
          <p:nvPr/>
        </p:nvGrpSpPr>
        <p:grpSpPr>
          <a:xfrm rot="10800000">
            <a:off x="5638459" y="0"/>
            <a:ext cx="965924" cy="2634329"/>
            <a:chOff x="6187810" y="1901185"/>
            <a:chExt cx="1556567" cy="4245171"/>
          </a:xfrm>
          <a:solidFill>
            <a:schemeClr val="accent2">
              <a:lumMod val="75000"/>
            </a:schemeClr>
          </a:solidFill>
        </p:grpSpPr>
        <p:grpSp>
          <p:nvGrpSpPr>
            <p:cNvPr id="74" name="Content Placeholder 5" descr="Lightbulb outline">
              <a:extLst>
                <a:ext uri="{FF2B5EF4-FFF2-40B4-BE49-F238E27FC236}">
                  <a16:creationId xmlns:a16="http://schemas.microsoft.com/office/drawing/2014/main" id="{7734F313-5CF6-0159-5787-F52F72D85A7E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C8108DE5-60C4-E29E-7C5C-5348142B6029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2256354-D032-790D-A73A-104A3D4B7EBB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2CCDE1A-C8CF-B62F-51A6-F43E8AC88988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C8C07D7-B993-45E4-B83D-3EBCA1949FD8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75" name="Graphic 74" descr="Badge Question Mark with solid fill">
              <a:extLst>
                <a:ext uri="{FF2B5EF4-FFF2-40B4-BE49-F238E27FC236}">
                  <a16:creationId xmlns:a16="http://schemas.microsoft.com/office/drawing/2014/main" id="{9F71D3DC-D2ED-5282-0B19-23126C714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477B73F-8DD0-BA83-56AE-FA37525F26B7}"/>
                </a:ext>
              </a:extLst>
            </p:cNvPr>
            <p:cNvSpPr/>
            <p:nvPr/>
          </p:nvSpPr>
          <p:spPr>
            <a:xfrm>
              <a:off x="6926224" y="4620148"/>
              <a:ext cx="79734" cy="15262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8F94028-5397-44B9-E0E6-2CFD3EECE09D}"/>
              </a:ext>
            </a:extLst>
          </p:cNvPr>
          <p:cNvGrpSpPr/>
          <p:nvPr/>
        </p:nvGrpSpPr>
        <p:grpSpPr>
          <a:xfrm rot="10800000">
            <a:off x="6851108" y="-6274"/>
            <a:ext cx="965924" cy="3946674"/>
            <a:chOff x="6187810" y="78254"/>
            <a:chExt cx="1556567" cy="6359992"/>
          </a:xfrm>
          <a:solidFill>
            <a:schemeClr val="accent2">
              <a:lumMod val="75000"/>
            </a:schemeClr>
          </a:solidFill>
        </p:grpSpPr>
        <p:grpSp>
          <p:nvGrpSpPr>
            <p:cNvPr id="58" name="Content Placeholder 5" descr="Lightbulb outline">
              <a:extLst>
                <a:ext uri="{FF2B5EF4-FFF2-40B4-BE49-F238E27FC236}">
                  <a16:creationId xmlns:a16="http://schemas.microsoft.com/office/drawing/2014/main" id="{3B6DC24D-A1BE-A981-6364-5D4FD9307B8F}"/>
                </a:ext>
              </a:extLst>
            </p:cNvPr>
            <p:cNvGrpSpPr/>
            <p:nvPr/>
          </p:nvGrpSpPr>
          <p:grpSpPr>
            <a:xfrm>
              <a:off x="6187810" y="78254"/>
              <a:ext cx="1556567" cy="2512875"/>
              <a:chOff x="6187810" y="78254"/>
              <a:chExt cx="1556567" cy="2512875"/>
            </a:xfrm>
            <a:grpFill/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21EEF46-A20E-66F4-C0EA-44A29D68CF18}"/>
                  </a:ext>
                </a:extLst>
              </p:cNvPr>
              <p:cNvSpPr/>
              <p:nvPr/>
            </p:nvSpPr>
            <p:spPr>
              <a:xfrm>
                <a:off x="6187810" y="78254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9FAC4D4-DB2A-98A4-475C-28B6BD086097}"/>
                  </a:ext>
                </a:extLst>
              </p:cNvPr>
              <p:cNvSpPr/>
              <p:nvPr/>
            </p:nvSpPr>
            <p:spPr>
              <a:xfrm>
                <a:off x="6597437" y="1891372"/>
                <a:ext cx="747151" cy="62263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DECE2940-89C2-85D1-8301-C4086EF92DEF}"/>
                  </a:ext>
                </a:extLst>
              </p:cNvPr>
              <p:cNvSpPr/>
              <p:nvPr/>
            </p:nvSpPr>
            <p:spPr>
              <a:xfrm>
                <a:off x="6597437" y="2144438"/>
                <a:ext cx="747151" cy="62263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164D055-61AE-0730-8AE8-185131B1F6EB}"/>
                  </a:ext>
                </a:extLst>
              </p:cNvPr>
              <p:cNvSpPr/>
              <p:nvPr/>
            </p:nvSpPr>
            <p:spPr>
              <a:xfrm>
                <a:off x="6786861" y="2391301"/>
                <a:ext cx="359895" cy="199828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59" name="Graphic 58" descr="Badge Question Mark with solid fill">
              <a:extLst>
                <a:ext uri="{FF2B5EF4-FFF2-40B4-BE49-F238E27FC236}">
                  <a16:creationId xmlns:a16="http://schemas.microsoft.com/office/drawing/2014/main" id="{31C25D45-9ECC-4623-F23A-8F3C781B2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6193057" y="85997"/>
              <a:ext cx="1546075" cy="1546076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1D6B899-9344-4A3C-B3AE-3DCF42E83F83}"/>
                </a:ext>
              </a:extLst>
            </p:cNvPr>
            <p:cNvSpPr/>
            <p:nvPr/>
          </p:nvSpPr>
          <p:spPr>
            <a:xfrm>
              <a:off x="6926224" y="2839526"/>
              <a:ext cx="79734" cy="35987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8E8F063-A6C6-1CCC-C13B-702A2CE6B9CD}"/>
              </a:ext>
            </a:extLst>
          </p:cNvPr>
          <p:cNvGrpSpPr/>
          <p:nvPr/>
        </p:nvGrpSpPr>
        <p:grpSpPr>
          <a:xfrm rot="10800000">
            <a:off x="10817200" y="0"/>
            <a:ext cx="965924" cy="2809188"/>
            <a:chOff x="6187810" y="1901185"/>
            <a:chExt cx="1556567" cy="4526952"/>
          </a:xfrm>
          <a:solidFill>
            <a:schemeClr val="accent2">
              <a:lumMod val="75000"/>
            </a:schemeClr>
          </a:solidFill>
        </p:grpSpPr>
        <p:grpSp>
          <p:nvGrpSpPr>
            <p:cNvPr id="66" name="Content Placeholder 5" descr="Lightbulb outline">
              <a:extLst>
                <a:ext uri="{FF2B5EF4-FFF2-40B4-BE49-F238E27FC236}">
                  <a16:creationId xmlns:a16="http://schemas.microsoft.com/office/drawing/2014/main" id="{C0D31F36-B532-994B-8777-0620FC9201DA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AAFC7AE-2F45-3C31-7776-FE2CA8579FD6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6409CC4-DC4D-2DD5-DFD9-C4EBA231138A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790D460-F3D9-A83E-5AD1-C19AB11FC851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A0AE6A4-18CD-1993-05F7-C25E3E9D8492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67" name="Graphic 66" descr="Badge Question Mark with solid fill">
              <a:extLst>
                <a:ext uri="{FF2B5EF4-FFF2-40B4-BE49-F238E27FC236}">
                  <a16:creationId xmlns:a16="http://schemas.microsoft.com/office/drawing/2014/main" id="{46779060-F572-F7F2-93F2-9D76A3B6C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C0415EF-AD5C-BFAD-15AA-3CC5A54BB1FB}"/>
                </a:ext>
              </a:extLst>
            </p:cNvPr>
            <p:cNvSpPr/>
            <p:nvPr/>
          </p:nvSpPr>
          <p:spPr>
            <a:xfrm>
              <a:off x="6926226" y="4581427"/>
              <a:ext cx="79734" cy="18467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57870B-E7BB-7074-DD9F-F892BDC1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291" y="429863"/>
            <a:ext cx="10618509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Dudas de la clase anterior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E655216-5994-DC77-00B0-D4C5E6E08591}"/>
              </a:ext>
            </a:extLst>
          </p:cNvPr>
          <p:cNvSpPr/>
          <p:nvPr/>
        </p:nvSpPr>
        <p:spPr>
          <a:xfrm>
            <a:off x="735291" y="4609707"/>
            <a:ext cx="3841055" cy="1746643"/>
          </a:xfrm>
          <a:prstGeom prst="rect">
            <a:avLst/>
          </a:prstGeom>
          <a:solidFill>
            <a:srgbClr val="F19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400" dirty="0" err="1"/>
              <a:t>Exception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73263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F97162-DA09-17A9-FC64-20DF46BE9B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97493F-77A7-8E32-A142-3B665342967D}"/>
              </a:ext>
            </a:extLst>
          </p:cNvPr>
          <p:cNvGrpSpPr/>
          <p:nvPr/>
        </p:nvGrpSpPr>
        <p:grpSpPr>
          <a:xfrm rot="10800000">
            <a:off x="460757" y="0"/>
            <a:ext cx="965924" cy="2809188"/>
            <a:chOff x="6187810" y="1901185"/>
            <a:chExt cx="1556567" cy="4526952"/>
          </a:xfrm>
          <a:solidFill>
            <a:schemeClr val="accent2">
              <a:lumMod val="75000"/>
            </a:schemeClr>
          </a:solidFill>
        </p:grpSpPr>
        <p:grpSp>
          <p:nvGrpSpPr>
            <p:cNvPr id="26" name="Content Placeholder 5" descr="Lightbulb outline">
              <a:extLst>
                <a:ext uri="{FF2B5EF4-FFF2-40B4-BE49-F238E27FC236}">
                  <a16:creationId xmlns:a16="http://schemas.microsoft.com/office/drawing/2014/main" id="{534C5C59-072F-1FD1-7948-10B41ECDC423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7A57D5D-5692-1B69-A27E-69C14DEA6671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9098FFA-C9E4-6CFD-BCC5-71063021CBC0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D0C3CC0-55E5-B078-E8C8-197050F490D0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A25F5B9-C63B-E259-7E82-A43CD283205A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27" name="Graphic 26" descr="Badge Question Mark with solid fill">
              <a:extLst>
                <a:ext uri="{FF2B5EF4-FFF2-40B4-BE49-F238E27FC236}">
                  <a16:creationId xmlns:a16="http://schemas.microsoft.com/office/drawing/2014/main" id="{0EFC90BE-EF20-AA5C-4488-3BBD20614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412026B-9289-C2F8-B583-7721ABE654AC}"/>
                </a:ext>
              </a:extLst>
            </p:cNvPr>
            <p:cNvSpPr/>
            <p:nvPr/>
          </p:nvSpPr>
          <p:spPr>
            <a:xfrm>
              <a:off x="6926226" y="4581427"/>
              <a:ext cx="79734" cy="18467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5681EC-158C-9805-19CC-41615D69E14F}"/>
              </a:ext>
            </a:extLst>
          </p:cNvPr>
          <p:cNvGrpSpPr/>
          <p:nvPr/>
        </p:nvGrpSpPr>
        <p:grpSpPr>
          <a:xfrm rot="10800000">
            <a:off x="9665021" y="-6274"/>
            <a:ext cx="965924" cy="3946674"/>
            <a:chOff x="6187810" y="78254"/>
            <a:chExt cx="1556567" cy="6359992"/>
          </a:xfrm>
          <a:solidFill>
            <a:schemeClr val="accent2">
              <a:lumMod val="75000"/>
            </a:schemeClr>
          </a:solidFill>
        </p:grpSpPr>
        <p:grpSp>
          <p:nvGrpSpPr>
            <p:cNvPr id="42" name="Content Placeholder 5" descr="Lightbulb outline">
              <a:extLst>
                <a:ext uri="{FF2B5EF4-FFF2-40B4-BE49-F238E27FC236}">
                  <a16:creationId xmlns:a16="http://schemas.microsoft.com/office/drawing/2014/main" id="{BF73E2A0-2A90-88A4-8871-BED2A989865A}"/>
                </a:ext>
              </a:extLst>
            </p:cNvPr>
            <p:cNvGrpSpPr/>
            <p:nvPr/>
          </p:nvGrpSpPr>
          <p:grpSpPr>
            <a:xfrm>
              <a:off x="6187810" y="78254"/>
              <a:ext cx="1556567" cy="2512875"/>
              <a:chOff x="6187810" y="78254"/>
              <a:chExt cx="1556567" cy="2512875"/>
            </a:xfrm>
            <a:grpFill/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DBB839A-940B-BE10-A944-0C2892F60911}"/>
                  </a:ext>
                </a:extLst>
              </p:cNvPr>
              <p:cNvSpPr/>
              <p:nvPr/>
            </p:nvSpPr>
            <p:spPr>
              <a:xfrm>
                <a:off x="6187810" y="78254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FAAB39C-87A1-C6D0-471D-5B8F2114C5ED}"/>
                  </a:ext>
                </a:extLst>
              </p:cNvPr>
              <p:cNvSpPr/>
              <p:nvPr/>
            </p:nvSpPr>
            <p:spPr>
              <a:xfrm>
                <a:off x="6597437" y="1891372"/>
                <a:ext cx="747151" cy="62263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ECB74F7-A036-AB54-6E70-B1799E28FB5E}"/>
                  </a:ext>
                </a:extLst>
              </p:cNvPr>
              <p:cNvSpPr/>
              <p:nvPr/>
            </p:nvSpPr>
            <p:spPr>
              <a:xfrm>
                <a:off x="6597437" y="2144438"/>
                <a:ext cx="747151" cy="62263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CEC9A3E-610A-688D-35C9-6DC3AE9125AD}"/>
                  </a:ext>
                </a:extLst>
              </p:cNvPr>
              <p:cNvSpPr/>
              <p:nvPr/>
            </p:nvSpPr>
            <p:spPr>
              <a:xfrm>
                <a:off x="6786861" y="2391301"/>
                <a:ext cx="359895" cy="199828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43" name="Graphic 42" descr="Badge Question Mark with solid fill">
              <a:extLst>
                <a:ext uri="{FF2B5EF4-FFF2-40B4-BE49-F238E27FC236}">
                  <a16:creationId xmlns:a16="http://schemas.microsoft.com/office/drawing/2014/main" id="{85EB89E2-45AB-9116-5E5E-7B0A7A474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7" y="85997"/>
              <a:ext cx="1546075" cy="1546076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2E5F9C4-F939-3CE8-FDF3-D993EDD76DE9}"/>
                </a:ext>
              </a:extLst>
            </p:cNvPr>
            <p:cNvSpPr/>
            <p:nvPr/>
          </p:nvSpPr>
          <p:spPr>
            <a:xfrm>
              <a:off x="6926224" y="2839526"/>
              <a:ext cx="79734" cy="35987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EC2CE79-9B20-D1F5-36D8-6A4C5F9B062A}"/>
              </a:ext>
            </a:extLst>
          </p:cNvPr>
          <p:cNvGrpSpPr/>
          <p:nvPr/>
        </p:nvGrpSpPr>
        <p:grpSpPr>
          <a:xfrm rot="10800000">
            <a:off x="8739705" y="-11871"/>
            <a:ext cx="965924" cy="2486155"/>
            <a:chOff x="6187810" y="1901185"/>
            <a:chExt cx="1556567" cy="4006392"/>
          </a:xfrm>
          <a:solidFill>
            <a:schemeClr val="accent2">
              <a:lumMod val="75000"/>
            </a:schemeClr>
          </a:solidFill>
        </p:grpSpPr>
        <p:grpSp>
          <p:nvGrpSpPr>
            <p:cNvPr id="50" name="Content Placeholder 5" descr="Lightbulb outline">
              <a:extLst>
                <a:ext uri="{FF2B5EF4-FFF2-40B4-BE49-F238E27FC236}">
                  <a16:creationId xmlns:a16="http://schemas.microsoft.com/office/drawing/2014/main" id="{2A30BF69-361F-ABC6-391F-3342622B4918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92B5164F-1BEB-02E9-ED2C-B81B974F3629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7B35B33-136B-117C-E599-353E70942386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269F73C0-1224-501F-F9CE-4102F4A89359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AD5D247-6927-04CB-6A47-4724A5BE17BB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51" name="Graphic 50" descr="Badge Question Mark with solid fill">
              <a:extLst>
                <a:ext uri="{FF2B5EF4-FFF2-40B4-BE49-F238E27FC236}">
                  <a16:creationId xmlns:a16="http://schemas.microsoft.com/office/drawing/2014/main" id="{BC7E9C4B-7B26-6957-4756-2B62995AF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66D4F40-0BD6-8712-CFBB-1D7272268950}"/>
                </a:ext>
              </a:extLst>
            </p:cNvPr>
            <p:cNvSpPr/>
            <p:nvPr/>
          </p:nvSpPr>
          <p:spPr>
            <a:xfrm>
              <a:off x="6926224" y="4646248"/>
              <a:ext cx="79734" cy="12613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F3A51A8-87F1-8159-CBE2-A55A1C11AC70}"/>
              </a:ext>
            </a:extLst>
          </p:cNvPr>
          <p:cNvGrpSpPr/>
          <p:nvPr/>
        </p:nvGrpSpPr>
        <p:grpSpPr>
          <a:xfrm rot="10800000">
            <a:off x="5638459" y="0"/>
            <a:ext cx="965924" cy="2634329"/>
            <a:chOff x="6187810" y="1901185"/>
            <a:chExt cx="1556567" cy="4245171"/>
          </a:xfrm>
          <a:solidFill>
            <a:schemeClr val="accent2">
              <a:lumMod val="75000"/>
            </a:schemeClr>
          </a:solidFill>
        </p:grpSpPr>
        <p:grpSp>
          <p:nvGrpSpPr>
            <p:cNvPr id="74" name="Content Placeholder 5" descr="Lightbulb outline">
              <a:extLst>
                <a:ext uri="{FF2B5EF4-FFF2-40B4-BE49-F238E27FC236}">
                  <a16:creationId xmlns:a16="http://schemas.microsoft.com/office/drawing/2014/main" id="{7734F313-5CF6-0159-5787-F52F72D85A7E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C8108DE5-60C4-E29E-7C5C-5348142B6029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2256354-D032-790D-A73A-104A3D4B7EBB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2CCDE1A-C8CF-B62F-51A6-F43E8AC88988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C8C07D7-B993-45E4-B83D-3EBCA1949FD8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75" name="Graphic 74" descr="Badge Question Mark with solid fill">
              <a:extLst>
                <a:ext uri="{FF2B5EF4-FFF2-40B4-BE49-F238E27FC236}">
                  <a16:creationId xmlns:a16="http://schemas.microsoft.com/office/drawing/2014/main" id="{9F71D3DC-D2ED-5282-0B19-23126C714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477B73F-8DD0-BA83-56AE-FA37525F26B7}"/>
                </a:ext>
              </a:extLst>
            </p:cNvPr>
            <p:cNvSpPr/>
            <p:nvPr/>
          </p:nvSpPr>
          <p:spPr>
            <a:xfrm>
              <a:off x="6926224" y="4620148"/>
              <a:ext cx="79734" cy="15262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7EB42A4-490B-D3D3-D68C-B88F22E5E089}"/>
              </a:ext>
            </a:extLst>
          </p:cNvPr>
          <p:cNvGrpSpPr/>
          <p:nvPr/>
        </p:nvGrpSpPr>
        <p:grpSpPr>
          <a:xfrm>
            <a:off x="1096264" y="0"/>
            <a:ext cx="4683928" cy="6146276"/>
            <a:chOff x="2792917" y="0"/>
            <a:chExt cx="4683928" cy="614627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F3F8E2D-A997-DED2-6702-7A22688173EC}"/>
                </a:ext>
              </a:extLst>
            </p:cNvPr>
            <p:cNvSpPr/>
            <p:nvPr/>
          </p:nvSpPr>
          <p:spPr>
            <a:xfrm>
              <a:off x="2792917" y="1462348"/>
              <a:ext cx="4683928" cy="4683928"/>
            </a:xfrm>
            <a:prstGeom prst="ellipse">
              <a:avLst/>
            </a:prstGeom>
            <a:gradFill flip="none" rotWithShape="1">
              <a:gsLst>
                <a:gs pos="32000">
                  <a:srgbClr val="F4D1BB"/>
                </a:gs>
                <a:gs pos="0">
                  <a:schemeClr val="bg1">
                    <a:alpha val="0"/>
                  </a:schemeClr>
                </a:gs>
                <a:gs pos="68000">
                  <a:schemeClr val="accent2"/>
                </a:gs>
                <a:gs pos="100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2F8AB9E-DC91-903C-C1FB-68CA569A2301}"/>
                </a:ext>
              </a:extLst>
            </p:cNvPr>
            <p:cNvGrpSpPr/>
            <p:nvPr/>
          </p:nvGrpSpPr>
          <p:grpSpPr>
            <a:xfrm rot="10800000">
              <a:off x="4356597" y="0"/>
              <a:ext cx="1556567" cy="4526952"/>
              <a:chOff x="6187810" y="1901185"/>
              <a:chExt cx="1556567" cy="4526952"/>
            </a:xfrm>
            <a:solidFill>
              <a:schemeClr val="bg1"/>
            </a:solidFill>
          </p:grpSpPr>
          <p:grpSp>
            <p:nvGrpSpPr>
              <p:cNvPr id="14" name="Content Placeholder 5" descr="Lightbulb outline">
                <a:extLst>
                  <a:ext uri="{FF2B5EF4-FFF2-40B4-BE49-F238E27FC236}">
                    <a16:creationId xmlns:a16="http://schemas.microsoft.com/office/drawing/2014/main" id="{0AAC298F-8C19-664B-F74B-7A00B8F0A2AE}"/>
                  </a:ext>
                </a:extLst>
              </p:cNvPr>
              <p:cNvGrpSpPr/>
              <p:nvPr/>
            </p:nvGrpSpPr>
            <p:grpSpPr>
              <a:xfrm>
                <a:off x="6187810" y="1901185"/>
                <a:ext cx="1556567" cy="2512887"/>
                <a:chOff x="6187810" y="1901185"/>
                <a:chExt cx="1556567" cy="2512887"/>
              </a:xfrm>
              <a:grpFill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A7D8EAEF-9C04-7E88-D503-BEA06D3C64AD}"/>
                    </a:ext>
                  </a:extLst>
                </p:cNvPr>
                <p:cNvSpPr/>
                <p:nvPr/>
              </p:nvSpPr>
              <p:spPr>
                <a:xfrm>
                  <a:off x="6187810" y="1901185"/>
                  <a:ext cx="1556567" cy="1624620"/>
                </a:xfrm>
                <a:custGeom>
                  <a:avLst/>
                  <a:gdLst>
                    <a:gd name="connsiteX0" fmla="*/ 1185201 w 1556567"/>
                    <a:gd name="connsiteY0" fmla="*/ 1591559 h 1624620"/>
                    <a:gd name="connsiteX1" fmla="*/ 1367320 w 1556567"/>
                    <a:gd name="connsiteY1" fmla="*/ 1295811 h 1624620"/>
                    <a:gd name="connsiteX2" fmla="*/ 1502430 w 1556567"/>
                    <a:gd name="connsiteY2" fmla="*/ 1074405 h 1624620"/>
                    <a:gd name="connsiteX3" fmla="*/ 1556567 w 1556567"/>
                    <a:gd name="connsiteY3" fmla="*/ 804963 h 1624620"/>
                    <a:gd name="connsiteX4" fmla="*/ 1556567 w 1556567"/>
                    <a:gd name="connsiteY4" fmla="*/ 778284 h 1624620"/>
                    <a:gd name="connsiteX5" fmla="*/ 778284 w 1556567"/>
                    <a:gd name="connsiteY5" fmla="*/ 0 h 1624620"/>
                    <a:gd name="connsiteX6" fmla="*/ 0 w 1556567"/>
                    <a:gd name="connsiteY6" fmla="*/ 778284 h 1624620"/>
                    <a:gd name="connsiteX7" fmla="*/ 0 w 1556567"/>
                    <a:gd name="connsiteY7" fmla="*/ 805057 h 1624620"/>
                    <a:gd name="connsiteX8" fmla="*/ 54169 w 1556567"/>
                    <a:gd name="connsiteY8" fmla="*/ 1074436 h 1624620"/>
                    <a:gd name="connsiteX9" fmla="*/ 189279 w 1556567"/>
                    <a:gd name="connsiteY9" fmla="*/ 1295842 h 1624620"/>
                    <a:gd name="connsiteX10" fmla="*/ 371397 w 1556567"/>
                    <a:gd name="connsiteY10" fmla="*/ 1591590 h 1624620"/>
                    <a:gd name="connsiteX11" fmla="*/ 424663 w 1556567"/>
                    <a:gd name="connsiteY11" fmla="*/ 1624620 h 1624620"/>
                    <a:gd name="connsiteX12" fmla="*/ 1131936 w 1556567"/>
                    <a:gd name="connsiteY12" fmla="*/ 1624620 h 1624620"/>
                    <a:gd name="connsiteX13" fmla="*/ 1185201 w 1556567"/>
                    <a:gd name="connsiteY13" fmla="*/ 1591559 h 1624620"/>
                    <a:gd name="connsiteX14" fmla="*/ 1130068 w 1556567"/>
                    <a:gd name="connsiteY14" fmla="*/ 1562327 h 1624620"/>
                    <a:gd name="connsiteX15" fmla="*/ 426499 w 1556567"/>
                    <a:gd name="connsiteY15" fmla="*/ 1562327 h 1624620"/>
                    <a:gd name="connsiteX16" fmla="*/ 235944 w 1556567"/>
                    <a:gd name="connsiteY16" fmla="*/ 1254406 h 1624620"/>
                    <a:gd name="connsiteX17" fmla="*/ 112384 w 1556567"/>
                    <a:gd name="connsiteY17" fmla="*/ 1052053 h 1624620"/>
                    <a:gd name="connsiteX18" fmla="*/ 62263 w 1556567"/>
                    <a:gd name="connsiteY18" fmla="*/ 803967 h 1624620"/>
                    <a:gd name="connsiteX19" fmla="*/ 62263 w 1556567"/>
                    <a:gd name="connsiteY19" fmla="*/ 779342 h 1624620"/>
                    <a:gd name="connsiteX20" fmla="*/ 777754 w 1556567"/>
                    <a:gd name="connsiteY20" fmla="*/ 62792 h 1624620"/>
                    <a:gd name="connsiteX21" fmla="*/ 1494305 w 1556567"/>
                    <a:gd name="connsiteY21" fmla="*/ 778284 h 1624620"/>
                    <a:gd name="connsiteX22" fmla="*/ 1494305 w 1556567"/>
                    <a:gd name="connsiteY22" fmla="*/ 804091 h 1624620"/>
                    <a:gd name="connsiteX23" fmla="*/ 1444339 w 1556567"/>
                    <a:gd name="connsiteY23" fmla="*/ 1051897 h 1624620"/>
                    <a:gd name="connsiteX24" fmla="*/ 1321370 w 1556567"/>
                    <a:gd name="connsiteY24" fmla="*/ 1253784 h 1624620"/>
                    <a:gd name="connsiteX25" fmla="*/ 1130068 w 1556567"/>
                    <a:gd name="connsiteY25" fmla="*/ 1562327 h 1624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556567" h="1624620">
                      <a:moveTo>
                        <a:pt x="1185201" y="1591559"/>
                      </a:moveTo>
                      <a:cubicBezTo>
                        <a:pt x="1218201" y="1524315"/>
                        <a:pt x="1296029" y="1373640"/>
                        <a:pt x="1367320" y="1295811"/>
                      </a:cubicBezTo>
                      <a:cubicBezTo>
                        <a:pt x="1425165" y="1230631"/>
                        <a:pt x="1470919" y="1155655"/>
                        <a:pt x="1502430" y="1074405"/>
                      </a:cubicBezTo>
                      <a:cubicBezTo>
                        <a:pt x="1535451" y="988261"/>
                        <a:pt x="1553750" y="897177"/>
                        <a:pt x="1556567" y="804963"/>
                      </a:cubicBezTo>
                      <a:lnTo>
                        <a:pt x="1556567" y="778284"/>
                      </a:lnTo>
                      <a:cubicBezTo>
                        <a:pt x="1556567" y="348450"/>
                        <a:pt x="1208117" y="0"/>
                        <a:pt x="778284" y="0"/>
                      </a:cubicBezTo>
                      <a:cubicBezTo>
                        <a:pt x="348450" y="0"/>
                        <a:pt x="0" y="348450"/>
                        <a:pt x="0" y="778284"/>
                      </a:cubicBezTo>
                      <a:lnTo>
                        <a:pt x="0" y="805057"/>
                      </a:lnTo>
                      <a:cubicBezTo>
                        <a:pt x="2833" y="897252"/>
                        <a:pt x="21144" y="988314"/>
                        <a:pt x="54169" y="1074436"/>
                      </a:cubicBezTo>
                      <a:cubicBezTo>
                        <a:pt x="85680" y="1155686"/>
                        <a:pt x="131433" y="1230663"/>
                        <a:pt x="189279" y="1295842"/>
                      </a:cubicBezTo>
                      <a:cubicBezTo>
                        <a:pt x="260569" y="1373359"/>
                        <a:pt x="338398" y="1524409"/>
                        <a:pt x="371397" y="1591590"/>
                      </a:cubicBezTo>
                      <a:cubicBezTo>
                        <a:pt x="381443" y="1611819"/>
                        <a:pt x="402077" y="1624614"/>
                        <a:pt x="424663" y="1624620"/>
                      </a:cubicBezTo>
                      <a:lnTo>
                        <a:pt x="1131936" y="1624620"/>
                      </a:lnTo>
                      <a:cubicBezTo>
                        <a:pt x="1154528" y="1624608"/>
                        <a:pt x="1175165" y="1611801"/>
                        <a:pt x="1185201" y="1591559"/>
                      </a:cubicBezTo>
                      <a:close/>
                      <a:moveTo>
                        <a:pt x="1130068" y="1562327"/>
                      </a:moveTo>
                      <a:lnTo>
                        <a:pt x="426499" y="1562327"/>
                      </a:lnTo>
                      <a:cubicBezTo>
                        <a:pt x="386340" y="1480638"/>
                        <a:pt x="308979" y="1333822"/>
                        <a:pt x="235944" y="1254406"/>
                      </a:cubicBezTo>
                      <a:cubicBezTo>
                        <a:pt x="183027" y="1194858"/>
                        <a:pt x="141184" y="1126329"/>
                        <a:pt x="112384" y="1052053"/>
                      </a:cubicBezTo>
                      <a:cubicBezTo>
                        <a:pt x="81922" y="972742"/>
                        <a:pt x="64977" y="888884"/>
                        <a:pt x="62263" y="803967"/>
                      </a:cubicBezTo>
                      <a:lnTo>
                        <a:pt x="62263" y="779342"/>
                      </a:lnTo>
                      <a:cubicBezTo>
                        <a:pt x="61970" y="383896"/>
                        <a:pt x="382305" y="63084"/>
                        <a:pt x="777754" y="62792"/>
                      </a:cubicBezTo>
                      <a:cubicBezTo>
                        <a:pt x="1173203" y="62500"/>
                        <a:pt x="1494012" y="382838"/>
                        <a:pt x="1494305" y="778284"/>
                      </a:cubicBezTo>
                      <a:lnTo>
                        <a:pt x="1494305" y="804091"/>
                      </a:lnTo>
                      <a:cubicBezTo>
                        <a:pt x="1491627" y="888906"/>
                        <a:pt x="1474738" y="972671"/>
                        <a:pt x="1444339" y="1051897"/>
                      </a:cubicBezTo>
                      <a:cubicBezTo>
                        <a:pt x="1415695" y="1125977"/>
                        <a:pt x="1374053" y="1194348"/>
                        <a:pt x="1321370" y="1253784"/>
                      </a:cubicBezTo>
                      <a:cubicBezTo>
                        <a:pt x="1247309" y="1334601"/>
                        <a:pt x="1170009" y="1481260"/>
                        <a:pt x="1130068" y="1562327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5D911BE-2AB0-FED8-2D11-B3AC6BC78AF5}"/>
                    </a:ext>
                  </a:extLst>
                </p:cNvPr>
                <p:cNvSpPr/>
                <p:nvPr/>
              </p:nvSpPr>
              <p:spPr>
                <a:xfrm>
                  <a:off x="6597437" y="3714305"/>
                  <a:ext cx="747152" cy="62262"/>
                </a:xfrm>
                <a:custGeom>
                  <a:avLst/>
                  <a:gdLst>
                    <a:gd name="connsiteX0" fmla="*/ 716021 w 747152"/>
                    <a:gd name="connsiteY0" fmla="*/ 0 h 62262"/>
                    <a:gd name="connsiteX1" fmla="*/ 31131 w 747152"/>
                    <a:gd name="connsiteY1" fmla="*/ 0 h 62262"/>
                    <a:gd name="connsiteX2" fmla="*/ 0 w 747152"/>
                    <a:gd name="connsiteY2" fmla="*/ 31131 h 62262"/>
                    <a:gd name="connsiteX3" fmla="*/ 31131 w 747152"/>
                    <a:gd name="connsiteY3" fmla="*/ 62263 h 62262"/>
                    <a:gd name="connsiteX4" fmla="*/ 716021 w 747152"/>
                    <a:gd name="connsiteY4" fmla="*/ 62263 h 62262"/>
                    <a:gd name="connsiteX5" fmla="*/ 747152 w 747152"/>
                    <a:gd name="connsiteY5" fmla="*/ 31131 h 62262"/>
                    <a:gd name="connsiteX6" fmla="*/ 716021 w 747152"/>
                    <a:gd name="connsiteY6" fmla="*/ 0 h 62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47152" h="62262">
                      <a:moveTo>
                        <a:pt x="716021" y="0"/>
                      </a:moveTo>
                      <a:lnTo>
                        <a:pt x="31131" y="0"/>
                      </a:lnTo>
                      <a:cubicBezTo>
                        <a:pt x="13938" y="0"/>
                        <a:pt x="0" y="13938"/>
                        <a:pt x="0" y="31131"/>
                      </a:cubicBezTo>
                      <a:cubicBezTo>
                        <a:pt x="0" y="48325"/>
                        <a:pt x="13938" y="62263"/>
                        <a:pt x="31131" y="62263"/>
                      </a:cubicBezTo>
                      <a:lnTo>
                        <a:pt x="716021" y="62263"/>
                      </a:lnTo>
                      <a:cubicBezTo>
                        <a:pt x="733215" y="62263"/>
                        <a:pt x="747152" y="48325"/>
                        <a:pt x="747152" y="31131"/>
                      </a:cubicBezTo>
                      <a:cubicBezTo>
                        <a:pt x="747152" y="13938"/>
                        <a:pt x="733215" y="0"/>
                        <a:pt x="716021" y="0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BFAC1784-BBA7-1C12-31E4-7C1BDFCA8C4E}"/>
                    </a:ext>
                  </a:extLst>
                </p:cNvPr>
                <p:cNvSpPr/>
                <p:nvPr/>
              </p:nvSpPr>
              <p:spPr>
                <a:xfrm>
                  <a:off x="6597437" y="3967372"/>
                  <a:ext cx="747152" cy="62262"/>
                </a:xfrm>
                <a:custGeom>
                  <a:avLst/>
                  <a:gdLst>
                    <a:gd name="connsiteX0" fmla="*/ 747152 w 747152"/>
                    <a:gd name="connsiteY0" fmla="*/ 31131 h 62262"/>
                    <a:gd name="connsiteX1" fmla="*/ 716021 w 747152"/>
                    <a:gd name="connsiteY1" fmla="*/ 0 h 62262"/>
                    <a:gd name="connsiteX2" fmla="*/ 31131 w 747152"/>
                    <a:gd name="connsiteY2" fmla="*/ 0 h 62262"/>
                    <a:gd name="connsiteX3" fmla="*/ 0 w 747152"/>
                    <a:gd name="connsiteY3" fmla="*/ 31131 h 62262"/>
                    <a:gd name="connsiteX4" fmla="*/ 31131 w 747152"/>
                    <a:gd name="connsiteY4" fmla="*/ 62263 h 62262"/>
                    <a:gd name="connsiteX5" fmla="*/ 716021 w 747152"/>
                    <a:gd name="connsiteY5" fmla="*/ 62263 h 62262"/>
                    <a:gd name="connsiteX6" fmla="*/ 747152 w 747152"/>
                    <a:gd name="connsiteY6" fmla="*/ 31131 h 62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47152" h="62262">
                      <a:moveTo>
                        <a:pt x="747152" y="31131"/>
                      </a:moveTo>
                      <a:cubicBezTo>
                        <a:pt x="747152" y="13938"/>
                        <a:pt x="733215" y="0"/>
                        <a:pt x="716021" y="0"/>
                      </a:cubicBezTo>
                      <a:lnTo>
                        <a:pt x="31131" y="0"/>
                      </a:lnTo>
                      <a:cubicBezTo>
                        <a:pt x="13938" y="0"/>
                        <a:pt x="0" y="13938"/>
                        <a:pt x="0" y="31131"/>
                      </a:cubicBezTo>
                      <a:cubicBezTo>
                        <a:pt x="0" y="48325"/>
                        <a:pt x="13938" y="62263"/>
                        <a:pt x="31131" y="62263"/>
                      </a:cubicBezTo>
                      <a:lnTo>
                        <a:pt x="716021" y="62263"/>
                      </a:lnTo>
                      <a:cubicBezTo>
                        <a:pt x="733215" y="62263"/>
                        <a:pt x="747152" y="48325"/>
                        <a:pt x="747152" y="31131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3B613FC8-9347-1A95-A620-4D3466451EB4}"/>
                    </a:ext>
                  </a:extLst>
                </p:cNvPr>
                <p:cNvSpPr/>
                <p:nvPr/>
              </p:nvSpPr>
              <p:spPr>
                <a:xfrm>
                  <a:off x="6786861" y="4214243"/>
                  <a:ext cx="359895" cy="199829"/>
                </a:xfrm>
                <a:custGeom>
                  <a:avLst/>
                  <a:gdLst>
                    <a:gd name="connsiteX0" fmla="*/ 359795 w 359895"/>
                    <a:gd name="connsiteY0" fmla="*/ 33622 h 199829"/>
                    <a:gd name="connsiteX1" fmla="*/ 331253 w 359895"/>
                    <a:gd name="connsiteY1" fmla="*/ 100 h 199829"/>
                    <a:gd name="connsiteX2" fmla="*/ 328663 w 359895"/>
                    <a:gd name="connsiteY2" fmla="*/ 0 h 199829"/>
                    <a:gd name="connsiteX3" fmla="*/ 31234 w 359895"/>
                    <a:gd name="connsiteY3" fmla="*/ 0 h 199829"/>
                    <a:gd name="connsiteX4" fmla="*/ 0 w 359895"/>
                    <a:gd name="connsiteY4" fmla="*/ 31029 h 199829"/>
                    <a:gd name="connsiteX5" fmla="*/ 103 w 359895"/>
                    <a:gd name="connsiteY5" fmla="*/ 33653 h 199829"/>
                    <a:gd name="connsiteX6" fmla="*/ 194126 w 359895"/>
                    <a:gd name="connsiteY6" fmla="*/ 199259 h 199829"/>
                    <a:gd name="connsiteX7" fmla="*/ 359732 w 359895"/>
                    <a:gd name="connsiteY7" fmla="*/ 33653 h 199829"/>
                    <a:gd name="connsiteX8" fmla="*/ 180167 w 359895"/>
                    <a:gd name="connsiteY8" fmla="*/ 137507 h 199829"/>
                    <a:gd name="connsiteX9" fmla="*/ 70273 w 359895"/>
                    <a:gd name="connsiteY9" fmla="*/ 62263 h 199829"/>
                    <a:gd name="connsiteX10" fmla="*/ 290091 w 359895"/>
                    <a:gd name="connsiteY10" fmla="*/ 62263 h 199829"/>
                    <a:gd name="connsiteX11" fmla="*/ 180198 w 359895"/>
                    <a:gd name="connsiteY11" fmla="*/ 137507 h 199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59895" h="199829">
                      <a:moveTo>
                        <a:pt x="359795" y="33622"/>
                      </a:moveTo>
                      <a:cubicBezTo>
                        <a:pt x="361171" y="16484"/>
                        <a:pt x="348391" y="1476"/>
                        <a:pt x="331253" y="100"/>
                      </a:cubicBezTo>
                      <a:cubicBezTo>
                        <a:pt x="330391" y="31"/>
                        <a:pt x="329529" y="-3"/>
                        <a:pt x="328663" y="0"/>
                      </a:cubicBezTo>
                      <a:lnTo>
                        <a:pt x="31234" y="0"/>
                      </a:lnTo>
                      <a:cubicBezTo>
                        <a:pt x="14040" y="-56"/>
                        <a:pt x="56" y="13835"/>
                        <a:pt x="0" y="31029"/>
                      </a:cubicBezTo>
                      <a:cubicBezTo>
                        <a:pt x="-3" y="31904"/>
                        <a:pt x="31" y="32782"/>
                        <a:pt x="103" y="33653"/>
                      </a:cubicBezTo>
                      <a:cubicBezTo>
                        <a:pt x="7948" y="132962"/>
                        <a:pt x="94817" y="207108"/>
                        <a:pt x="194126" y="199259"/>
                      </a:cubicBezTo>
                      <a:cubicBezTo>
                        <a:pt x="282533" y="192277"/>
                        <a:pt x="352746" y="122060"/>
                        <a:pt x="359732" y="33653"/>
                      </a:cubicBezTo>
                      <a:close/>
                      <a:moveTo>
                        <a:pt x="180167" y="137507"/>
                      </a:moveTo>
                      <a:cubicBezTo>
                        <a:pt x="131648" y="137087"/>
                        <a:pt x="88211" y="107344"/>
                        <a:pt x="70273" y="62263"/>
                      </a:cubicBezTo>
                      <a:lnTo>
                        <a:pt x="290091" y="62263"/>
                      </a:lnTo>
                      <a:cubicBezTo>
                        <a:pt x="272216" y="107394"/>
                        <a:pt x="228741" y="137162"/>
                        <a:pt x="180198" y="137507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pic>
            <p:nvPicPr>
              <p:cNvPr id="10" name="Graphic 9" descr="Badge Question Mark with solid fill">
                <a:extLst>
                  <a:ext uri="{FF2B5EF4-FFF2-40B4-BE49-F238E27FC236}">
                    <a16:creationId xmlns:a16="http://schemas.microsoft.com/office/drawing/2014/main" id="{CA9EDA1E-AAE9-08B0-B96E-A7037AC0A2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0800000">
                <a:off x="6193056" y="1908935"/>
                <a:ext cx="1546075" cy="1546075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B2264E0-27EC-C78C-F196-34029DC2AAEF}"/>
                  </a:ext>
                </a:extLst>
              </p:cNvPr>
              <p:cNvSpPr/>
              <p:nvPr/>
            </p:nvSpPr>
            <p:spPr>
              <a:xfrm>
                <a:off x="6926226" y="4581427"/>
                <a:ext cx="79734" cy="184671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8F94028-5397-44B9-E0E6-2CFD3EECE09D}"/>
              </a:ext>
            </a:extLst>
          </p:cNvPr>
          <p:cNvGrpSpPr/>
          <p:nvPr/>
        </p:nvGrpSpPr>
        <p:grpSpPr>
          <a:xfrm rot="10800000">
            <a:off x="6521187" y="-6274"/>
            <a:ext cx="965924" cy="3946674"/>
            <a:chOff x="6187810" y="78254"/>
            <a:chExt cx="1556567" cy="6359992"/>
          </a:xfrm>
          <a:solidFill>
            <a:schemeClr val="accent2">
              <a:lumMod val="75000"/>
            </a:schemeClr>
          </a:solidFill>
        </p:grpSpPr>
        <p:grpSp>
          <p:nvGrpSpPr>
            <p:cNvPr id="58" name="Content Placeholder 5" descr="Lightbulb outline">
              <a:extLst>
                <a:ext uri="{FF2B5EF4-FFF2-40B4-BE49-F238E27FC236}">
                  <a16:creationId xmlns:a16="http://schemas.microsoft.com/office/drawing/2014/main" id="{3B6DC24D-A1BE-A981-6364-5D4FD9307B8F}"/>
                </a:ext>
              </a:extLst>
            </p:cNvPr>
            <p:cNvGrpSpPr/>
            <p:nvPr/>
          </p:nvGrpSpPr>
          <p:grpSpPr>
            <a:xfrm>
              <a:off x="6187810" y="78254"/>
              <a:ext cx="1556567" cy="2512875"/>
              <a:chOff x="6187810" y="78254"/>
              <a:chExt cx="1556567" cy="2512875"/>
            </a:xfrm>
            <a:grpFill/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21EEF46-A20E-66F4-C0EA-44A29D68CF18}"/>
                  </a:ext>
                </a:extLst>
              </p:cNvPr>
              <p:cNvSpPr/>
              <p:nvPr/>
            </p:nvSpPr>
            <p:spPr>
              <a:xfrm>
                <a:off x="6187810" y="78254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9FAC4D4-DB2A-98A4-475C-28B6BD086097}"/>
                  </a:ext>
                </a:extLst>
              </p:cNvPr>
              <p:cNvSpPr/>
              <p:nvPr/>
            </p:nvSpPr>
            <p:spPr>
              <a:xfrm>
                <a:off x="6597437" y="1891372"/>
                <a:ext cx="747151" cy="62263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DECE2940-89C2-85D1-8301-C4086EF92DEF}"/>
                  </a:ext>
                </a:extLst>
              </p:cNvPr>
              <p:cNvSpPr/>
              <p:nvPr/>
            </p:nvSpPr>
            <p:spPr>
              <a:xfrm>
                <a:off x="6597437" y="2144438"/>
                <a:ext cx="747151" cy="62263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164D055-61AE-0730-8AE8-185131B1F6EB}"/>
                  </a:ext>
                </a:extLst>
              </p:cNvPr>
              <p:cNvSpPr/>
              <p:nvPr/>
            </p:nvSpPr>
            <p:spPr>
              <a:xfrm>
                <a:off x="6786861" y="2391301"/>
                <a:ext cx="359895" cy="199828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59" name="Graphic 58" descr="Badge Question Mark with solid fill">
              <a:extLst>
                <a:ext uri="{FF2B5EF4-FFF2-40B4-BE49-F238E27FC236}">
                  <a16:creationId xmlns:a16="http://schemas.microsoft.com/office/drawing/2014/main" id="{31C25D45-9ECC-4623-F23A-8F3C781B2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7" y="85997"/>
              <a:ext cx="1546075" cy="1546076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1D6B899-9344-4A3C-B3AE-3DCF42E83F83}"/>
                </a:ext>
              </a:extLst>
            </p:cNvPr>
            <p:cNvSpPr/>
            <p:nvPr/>
          </p:nvSpPr>
          <p:spPr>
            <a:xfrm>
              <a:off x="6926224" y="2839526"/>
              <a:ext cx="79734" cy="35987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8E8F063-A6C6-1CCC-C13B-702A2CE6B9CD}"/>
              </a:ext>
            </a:extLst>
          </p:cNvPr>
          <p:cNvGrpSpPr/>
          <p:nvPr/>
        </p:nvGrpSpPr>
        <p:grpSpPr>
          <a:xfrm rot="10800000">
            <a:off x="10817200" y="0"/>
            <a:ext cx="965924" cy="2809188"/>
            <a:chOff x="6187810" y="1901185"/>
            <a:chExt cx="1556567" cy="4526952"/>
          </a:xfrm>
          <a:solidFill>
            <a:schemeClr val="accent2">
              <a:lumMod val="75000"/>
            </a:schemeClr>
          </a:solidFill>
        </p:grpSpPr>
        <p:grpSp>
          <p:nvGrpSpPr>
            <p:cNvPr id="66" name="Content Placeholder 5" descr="Lightbulb outline">
              <a:extLst>
                <a:ext uri="{FF2B5EF4-FFF2-40B4-BE49-F238E27FC236}">
                  <a16:creationId xmlns:a16="http://schemas.microsoft.com/office/drawing/2014/main" id="{C0D31F36-B532-994B-8777-0620FC9201DA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AAFC7AE-2F45-3C31-7776-FE2CA8579FD6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6409CC4-DC4D-2DD5-DFD9-C4EBA231138A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790D460-F3D9-A83E-5AD1-C19AB11FC851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A0AE6A4-18CD-1993-05F7-C25E3E9D8492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67" name="Graphic 66" descr="Badge Question Mark with solid fill">
              <a:extLst>
                <a:ext uri="{FF2B5EF4-FFF2-40B4-BE49-F238E27FC236}">
                  <a16:creationId xmlns:a16="http://schemas.microsoft.com/office/drawing/2014/main" id="{46779060-F572-F7F2-93F2-9D76A3B6C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C0415EF-AD5C-BFAD-15AA-3CC5A54BB1FB}"/>
                </a:ext>
              </a:extLst>
            </p:cNvPr>
            <p:cNvSpPr/>
            <p:nvPr/>
          </p:nvSpPr>
          <p:spPr>
            <a:xfrm>
              <a:off x="6926226" y="4581427"/>
              <a:ext cx="79734" cy="18467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57870B-E7BB-7074-DD9F-F892BDC1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291" y="429863"/>
            <a:ext cx="10618509" cy="785528"/>
          </a:xfrm>
        </p:spPr>
        <p:txBody>
          <a:bodyPr/>
          <a:lstStyle/>
          <a:p>
            <a:pPr algn="r"/>
            <a:r>
              <a:rPr lang="es-ES" dirty="0">
                <a:solidFill>
                  <a:schemeClr val="bg1"/>
                </a:solidFill>
              </a:rPr>
              <a:t>Dudas de la clase anterior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E655216-5994-DC77-00B0-D4C5E6E08591}"/>
              </a:ext>
            </a:extLst>
          </p:cNvPr>
          <p:cNvSpPr/>
          <p:nvPr/>
        </p:nvSpPr>
        <p:spPr>
          <a:xfrm>
            <a:off x="5835643" y="4609707"/>
            <a:ext cx="6032704" cy="1746643"/>
          </a:xfrm>
          <a:prstGeom prst="rect">
            <a:avLst/>
          </a:prstGeom>
          <a:solidFill>
            <a:srgbClr val="F19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400" dirty="0" err="1"/>
              <a:t>Runtime</a:t>
            </a:r>
            <a:r>
              <a:rPr lang="es-ES" sz="4400" dirty="0"/>
              <a:t> </a:t>
            </a:r>
            <a:r>
              <a:rPr lang="es-ES" sz="4400" dirty="0" err="1"/>
              <a:t>exception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53620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F97162-DA09-17A9-FC64-20DF46BE9B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97493F-77A7-8E32-A142-3B665342967D}"/>
              </a:ext>
            </a:extLst>
          </p:cNvPr>
          <p:cNvGrpSpPr/>
          <p:nvPr/>
        </p:nvGrpSpPr>
        <p:grpSpPr>
          <a:xfrm rot="10800000">
            <a:off x="2818234" y="0"/>
            <a:ext cx="965924" cy="2809188"/>
            <a:chOff x="6187810" y="1901185"/>
            <a:chExt cx="1556567" cy="4526952"/>
          </a:xfrm>
          <a:solidFill>
            <a:schemeClr val="accent2">
              <a:lumMod val="75000"/>
            </a:schemeClr>
          </a:solidFill>
        </p:grpSpPr>
        <p:grpSp>
          <p:nvGrpSpPr>
            <p:cNvPr id="26" name="Content Placeholder 5" descr="Lightbulb outline">
              <a:extLst>
                <a:ext uri="{FF2B5EF4-FFF2-40B4-BE49-F238E27FC236}">
                  <a16:creationId xmlns:a16="http://schemas.microsoft.com/office/drawing/2014/main" id="{534C5C59-072F-1FD1-7948-10B41ECDC423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7A57D5D-5692-1B69-A27E-69C14DEA6671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9098FFA-C9E4-6CFD-BCC5-71063021CBC0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D0C3CC0-55E5-B078-E8C8-197050F490D0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A25F5B9-C63B-E259-7E82-A43CD283205A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27" name="Graphic 26" descr="Badge Question Mark with solid fill">
              <a:extLst>
                <a:ext uri="{FF2B5EF4-FFF2-40B4-BE49-F238E27FC236}">
                  <a16:creationId xmlns:a16="http://schemas.microsoft.com/office/drawing/2014/main" id="{0EFC90BE-EF20-AA5C-4488-3BBD20614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412026B-9289-C2F8-B583-7721ABE654AC}"/>
                </a:ext>
              </a:extLst>
            </p:cNvPr>
            <p:cNvSpPr/>
            <p:nvPr/>
          </p:nvSpPr>
          <p:spPr>
            <a:xfrm>
              <a:off x="6926226" y="4581427"/>
              <a:ext cx="79734" cy="18467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5681EC-158C-9805-19CC-41615D69E14F}"/>
              </a:ext>
            </a:extLst>
          </p:cNvPr>
          <p:cNvGrpSpPr/>
          <p:nvPr/>
        </p:nvGrpSpPr>
        <p:grpSpPr>
          <a:xfrm rot="10800000">
            <a:off x="6206243" y="-6274"/>
            <a:ext cx="965924" cy="3946674"/>
            <a:chOff x="6187810" y="78254"/>
            <a:chExt cx="1556567" cy="6359992"/>
          </a:xfrm>
          <a:solidFill>
            <a:schemeClr val="accent2">
              <a:lumMod val="75000"/>
            </a:schemeClr>
          </a:solidFill>
        </p:grpSpPr>
        <p:grpSp>
          <p:nvGrpSpPr>
            <p:cNvPr id="42" name="Content Placeholder 5" descr="Lightbulb outline">
              <a:extLst>
                <a:ext uri="{FF2B5EF4-FFF2-40B4-BE49-F238E27FC236}">
                  <a16:creationId xmlns:a16="http://schemas.microsoft.com/office/drawing/2014/main" id="{BF73E2A0-2A90-88A4-8871-BED2A989865A}"/>
                </a:ext>
              </a:extLst>
            </p:cNvPr>
            <p:cNvGrpSpPr/>
            <p:nvPr/>
          </p:nvGrpSpPr>
          <p:grpSpPr>
            <a:xfrm>
              <a:off x="6187810" y="78254"/>
              <a:ext cx="1556567" cy="2512875"/>
              <a:chOff x="6187810" y="78254"/>
              <a:chExt cx="1556567" cy="2512875"/>
            </a:xfrm>
            <a:grpFill/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DBB839A-940B-BE10-A944-0C2892F60911}"/>
                  </a:ext>
                </a:extLst>
              </p:cNvPr>
              <p:cNvSpPr/>
              <p:nvPr/>
            </p:nvSpPr>
            <p:spPr>
              <a:xfrm>
                <a:off x="6187810" y="78254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FAAB39C-87A1-C6D0-471D-5B8F2114C5ED}"/>
                  </a:ext>
                </a:extLst>
              </p:cNvPr>
              <p:cNvSpPr/>
              <p:nvPr/>
            </p:nvSpPr>
            <p:spPr>
              <a:xfrm>
                <a:off x="6597437" y="1891372"/>
                <a:ext cx="747151" cy="62263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ECB74F7-A036-AB54-6E70-B1799E28FB5E}"/>
                  </a:ext>
                </a:extLst>
              </p:cNvPr>
              <p:cNvSpPr/>
              <p:nvPr/>
            </p:nvSpPr>
            <p:spPr>
              <a:xfrm>
                <a:off x="6597437" y="2144438"/>
                <a:ext cx="747151" cy="62263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CEC9A3E-610A-688D-35C9-6DC3AE9125AD}"/>
                  </a:ext>
                </a:extLst>
              </p:cNvPr>
              <p:cNvSpPr/>
              <p:nvPr/>
            </p:nvSpPr>
            <p:spPr>
              <a:xfrm>
                <a:off x="6786861" y="2391301"/>
                <a:ext cx="359895" cy="199828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43" name="Graphic 42" descr="Badge Question Mark with solid fill">
              <a:extLst>
                <a:ext uri="{FF2B5EF4-FFF2-40B4-BE49-F238E27FC236}">
                  <a16:creationId xmlns:a16="http://schemas.microsoft.com/office/drawing/2014/main" id="{85EB89E2-45AB-9116-5E5E-7B0A7A474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7" y="85997"/>
              <a:ext cx="1546075" cy="1546076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2E5F9C4-F939-3CE8-FDF3-D993EDD76DE9}"/>
                </a:ext>
              </a:extLst>
            </p:cNvPr>
            <p:cNvSpPr/>
            <p:nvPr/>
          </p:nvSpPr>
          <p:spPr>
            <a:xfrm>
              <a:off x="6926224" y="2839526"/>
              <a:ext cx="79734" cy="35987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EC2CE79-9B20-D1F5-36D8-6A4C5F9B062A}"/>
              </a:ext>
            </a:extLst>
          </p:cNvPr>
          <p:cNvGrpSpPr/>
          <p:nvPr/>
        </p:nvGrpSpPr>
        <p:grpSpPr>
          <a:xfrm rot="10800000">
            <a:off x="4264786" y="-11871"/>
            <a:ext cx="965924" cy="2486155"/>
            <a:chOff x="6187810" y="1901185"/>
            <a:chExt cx="1556567" cy="4006392"/>
          </a:xfrm>
          <a:solidFill>
            <a:schemeClr val="accent2">
              <a:lumMod val="75000"/>
            </a:schemeClr>
          </a:solidFill>
        </p:grpSpPr>
        <p:grpSp>
          <p:nvGrpSpPr>
            <p:cNvPr id="50" name="Content Placeholder 5" descr="Lightbulb outline">
              <a:extLst>
                <a:ext uri="{FF2B5EF4-FFF2-40B4-BE49-F238E27FC236}">
                  <a16:creationId xmlns:a16="http://schemas.microsoft.com/office/drawing/2014/main" id="{2A30BF69-361F-ABC6-391F-3342622B4918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92B5164F-1BEB-02E9-ED2C-B81B974F3629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7B35B33-136B-117C-E599-353E70942386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269F73C0-1224-501F-F9CE-4102F4A89359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AD5D247-6927-04CB-6A47-4724A5BE17BB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51" name="Graphic 50" descr="Badge Question Mark with solid fill">
              <a:extLst>
                <a:ext uri="{FF2B5EF4-FFF2-40B4-BE49-F238E27FC236}">
                  <a16:creationId xmlns:a16="http://schemas.microsoft.com/office/drawing/2014/main" id="{BC7E9C4B-7B26-6957-4756-2B62995AF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66D4F40-0BD6-8712-CFBB-1D7272268950}"/>
                </a:ext>
              </a:extLst>
            </p:cNvPr>
            <p:cNvSpPr/>
            <p:nvPr/>
          </p:nvSpPr>
          <p:spPr>
            <a:xfrm>
              <a:off x="6926224" y="4646248"/>
              <a:ext cx="79734" cy="12613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F3A51A8-87F1-8159-CBE2-A55A1C11AC70}"/>
              </a:ext>
            </a:extLst>
          </p:cNvPr>
          <p:cNvGrpSpPr/>
          <p:nvPr/>
        </p:nvGrpSpPr>
        <p:grpSpPr>
          <a:xfrm rot="10800000">
            <a:off x="154060" y="0"/>
            <a:ext cx="965924" cy="2634329"/>
            <a:chOff x="6187810" y="1901185"/>
            <a:chExt cx="1556567" cy="4245171"/>
          </a:xfrm>
          <a:solidFill>
            <a:schemeClr val="accent2">
              <a:lumMod val="75000"/>
            </a:schemeClr>
          </a:solidFill>
        </p:grpSpPr>
        <p:grpSp>
          <p:nvGrpSpPr>
            <p:cNvPr id="74" name="Content Placeholder 5" descr="Lightbulb outline">
              <a:extLst>
                <a:ext uri="{FF2B5EF4-FFF2-40B4-BE49-F238E27FC236}">
                  <a16:creationId xmlns:a16="http://schemas.microsoft.com/office/drawing/2014/main" id="{7734F313-5CF6-0159-5787-F52F72D85A7E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C8108DE5-60C4-E29E-7C5C-5348142B6029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2256354-D032-790D-A73A-104A3D4B7EBB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2CCDE1A-C8CF-B62F-51A6-F43E8AC88988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C8C07D7-B993-45E4-B83D-3EBCA1949FD8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75" name="Graphic 74" descr="Badge Question Mark with solid fill">
              <a:extLst>
                <a:ext uri="{FF2B5EF4-FFF2-40B4-BE49-F238E27FC236}">
                  <a16:creationId xmlns:a16="http://schemas.microsoft.com/office/drawing/2014/main" id="{9F71D3DC-D2ED-5282-0B19-23126C714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477B73F-8DD0-BA83-56AE-FA37525F26B7}"/>
                </a:ext>
              </a:extLst>
            </p:cNvPr>
            <p:cNvSpPr/>
            <p:nvPr/>
          </p:nvSpPr>
          <p:spPr>
            <a:xfrm>
              <a:off x="6926224" y="4620148"/>
              <a:ext cx="79734" cy="15262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7EB42A4-490B-D3D3-D68C-B88F22E5E089}"/>
              </a:ext>
            </a:extLst>
          </p:cNvPr>
          <p:cNvGrpSpPr/>
          <p:nvPr/>
        </p:nvGrpSpPr>
        <p:grpSpPr>
          <a:xfrm>
            <a:off x="7488785" y="0"/>
            <a:ext cx="4683928" cy="6146276"/>
            <a:chOff x="2792917" y="0"/>
            <a:chExt cx="4683928" cy="614627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F3F8E2D-A997-DED2-6702-7A22688173EC}"/>
                </a:ext>
              </a:extLst>
            </p:cNvPr>
            <p:cNvSpPr/>
            <p:nvPr/>
          </p:nvSpPr>
          <p:spPr>
            <a:xfrm>
              <a:off x="2792917" y="1462348"/>
              <a:ext cx="4683928" cy="4683928"/>
            </a:xfrm>
            <a:prstGeom prst="ellipse">
              <a:avLst/>
            </a:prstGeom>
            <a:gradFill flip="none" rotWithShape="1">
              <a:gsLst>
                <a:gs pos="32000">
                  <a:srgbClr val="F4D1BB"/>
                </a:gs>
                <a:gs pos="0">
                  <a:schemeClr val="bg1">
                    <a:alpha val="0"/>
                  </a:schemeClr>
                </a:gs>
                <a:gs pos="68000">
                  <a:schemeClr val="accent2"/>
                </a:gs>
                <a:gs pos="100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2F8AB9E-DC91-903C-C1FB-68CA569A2301}"/>
                </a:ext>
              </a:extLst>
            </p:cNvPr>
            <p:cNvGrpSpPr/>
            <p:nvPr/>
          </p:nvGrpSpPr>
          <p:grpSpPr>
            <a:xfrm rot="10800000">
              <a:off x="4356597" y="0"/>
              <a:ext cx="1556567" cy="4526952"/>
              <a:chOff x="6187810" y="1901185"/>
              <a:chExt cx="1556567" cy="4526952"/>
            </a:xfrm>
            <a:solidFill>
              <a:schemeClr val="bg1"/>
            </a:solidFill>
          </p:grpSpPr>
          <p:grpSp>
            <p:nvGrpSpPr>
              <p:cNvPr id="14" name="Content Placeholder 5" descr="Lightbulb outline">
                <a:extLst>
                  <a:ext uri="{FF2B5EF4-FFF2-40B4-BE49-F238E27FC236}">
                    <a16:creationId xmlns:a16="http://schemas.microsoft.com/office/drawing/2014/main" id="{0AAC298F-8C19-664B-F74B-7A00B8F0A2AE}"/>
                  </a:ext>
                </a:extLst>
              </p:cNvPr>
              <p:cNvGrpSpPr/>
              <p:nvPr/>
            </p:nvGrpSpPr>
            <p:grpSpPr>
              <a:xfrm>
                <a:off x="6187810" y="1901185"/>
                <a:ext cx="1556567" cy="2512887"/>
                <a:chOff x="6187810" y="1901185"/>
                <a:chExt cx="1556567" cy="2512887"/>
              </a:xfrm>
              <a:grpFill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A7D8EAEF-9C04-7E88-D503-BEA06D3C64AD}"/>
                    </a:ext>
                  </a:extLst>
                </p:cNvPr>
                <p:cNvSpPr/>
                <p:nvPr/>
              </p:nvSpPr>
              <p:spPr>
                <a:xfrm>
                  <a:off x="6187810" y="1901185"/>
                  <a:ext cx="1556567" cy="1624620"/>
                </a:xfrm>
                <a:custGeom>
                  <a:avLst/>
                  <a:gdLst>
                    <a:gd name="connsiteX0" fmla="*/ 1185201 w 1556567"/>
                    <a:gd name="connsiteY0" fmla="*/ 1591559 h 1624620"/>
                    <a:gd name="connsiteX1" fmla="*/ 1367320 w 1556567"/>
                    <a:gd name="connsiteY1" fmla="*/ 1295811 h 1624620"/>
                    <a:gd name="connsiteX2" fmla="*/ 1502430 w 1556567"/>
                    <a:gd name="connsiteY2" fmla="*/ 1074405 h 1624620"/>
                    <a:gd name="connsiteX3" fmla="*/ 1556567 w 1556567"/>
                    <a:gd name="connsiteY3" fmla="*/ 804963 h 1624620"/>
                    <a:gd name="connsiteX4" fmla="*/ 1556567 w 1556567"/>
                    <a:gd name="connsiteY4" fmla="*/ 778284 h 1624620"/>
                    <a:gd name="connsiteX5" fmla="*/ 778284 w 1556567"/>
                    <a:gd name="connsiteY5" fmla="*/ 0 h 1624620"/>
                    <a:gd name="connsiteX6" fmla="*/ 0 w 1556567"/>
                    <a:gd name="connsiteY6" fmla="*/ 778284 h 1624620"/>
                    <a:gd name="connsiteX7" fmla="*/ 0 w 1556567"/>
                    <a:gd name="connsiteY7" fmla="*/ 805057 h 1624620"/>
                    <a:gd name="connsiteX8" fmla="*/ 54169 w 1556567"/>
                    <a:gd name="connsiteY8" fmla="*/ 1074436 h 1624620"/>
                    <a:gd name="connsiteX9" fmla="*/ 189279 w 1556567"/>
                    <a:gd name="connsiteY9" fmla="*/ 1295842 h 1624620"/>
                    <a:gd name="connsiteX10" fmla="*/ 371397 w 1556567"/>
                    <a:gd name="connsiteY10" fmla="*/ 1591590 h 1624620"/>
                    <a:gd name="connsiteX11" fmla="*/ 424663 w 1556567"/>
                    <a:gd name="connsiteY11" fmla="*/ 1624620 h 1624620"/>
                    <a:gd name="connsiteX12" fmla="*/ 1131936 w 1556567"/>
                    <a:gd name="connsiteY12" fmla="*/ 1624620 h 1624620"/>
                    <a:gd name="connsiteX13" fmla="*/ 1185201 w 1556567"/>
                    <a:gd name="connsiteY13" fmla="*/ 1591559 h 1624620"/>
                    <a:gd name="connsiteX14" fmla="*/ 1130068 w 1556567"/>
                    <a:gd name="connsiteY14" fmla="*/ 1562327 h 1624620"/>
                    <a:gd name="connsiteX15" fmla="*/ 426499 w 1556567"/>
                    <a:gd name="connsiteY15" fmla="*/ 1562327 h 1624620"/>
                    <a:gd name="connsiteX16" fmla="*/ 235944 w 1556567"/>
                    <a:gd name="connsiteY16" fmla="*/ 1254406 h 1624620"/>
                    <a:gd name="connsiteX17" fmla="*/ 112384 w 1556567"/>
                    <a:gd name="connsiteY17" fmla="*/ 1052053 h 1624620"/>
                    <a:gd name="connsiteX18" fmla="*/ 62263 w 1556567"/>
                    <a:gd name="connsiteY18" fmla="*/ 803967 h 1624620"/>
                    <a:gd name="connsiteX19" fmla="*/ 62263 w 1556567"/>
                    <a:gd name="connsiteY19" fmla="*/ 779342 h 1624620"/>
                    <a:gd name="connsiteX20" fmla="*/ 777754 w 1556567"/>
                    <a:gd name="connsiteY20" fmla="*/ 62792 h 1624620"/>
                    <a:gd name="connsiteX21" fmla="*/ 1494305 w 1556567"/>
                    <a:gd name="connsiteY21" fmla="*/ 778284 h 1624620"/>
                    <a:gd name="connsiteX22" fmla="*/ 1494305 w 1556567"/>
                    <a:gd name="connsiteY22" fmla="*/ 804091 h 1624620"/>
                    <a:gd name="connsiteX23" fmla="*/ 1444339 w 1556567"/>
                    <a:gd name="connsiteY23" fmla="*/ 1051897 h 1624620"/>
                    <a:gd name="connsiteX24" fmla="*/ 1321370 w 1556567"/>
                    <a:gd name="connsiteY24" fmla="*/ 1253784 h 1624620"/>
                    <a:gd name="connsiteX25" fmla="*/ 1130068 w 1556567"/>
                    <a:gd name="connsiteY25" fmla="*/ 1562327 h 1624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556567" h="1624620">
                      <a:moveTo>
                        <a:pt x="1185201" y="1591559"/>
                      </a:moveTo>
                      <a:cubicBezTo>
                        <a:pt x="1218201" y="1524315"/>
                        <a:pt x="1296029" y="1373640"/>
                        <a:pt x="1367320" y="1295811"/>
                      </a:cubicBezTo>
                      <a:cubicBezTo>
                        <a:pt x="1425165" y="1230631"/>
                        <a:pt x="1470919" y="1155655"/>
                        <a:pt x="1502430" y="1074405"/>
                      </a:cubicBezTo>
                      <a:cubicBezTo>
                        <a:pt x="1535451" y="988261"/>
                        <a:pt x="1553750" y="897177"/>
                        <a:pt x="1556567" y="804963"/>
                      </a:cubicBezTo>
                      <a:lnTo>
                        <a:pt x="1556567" y="778284"/>
                      </a:lnTo>
                      <a:cubicBezTo>
                        <a:pt x="1556567" y="348450"/>
                        <a:pt x="1208117" y="0"/>
                        <a:pt x="778284" y="0"/>
                      </a:cubicBezTo>
                      <a:cubicBezTo>
                        <a:pt x="348450" y="0"/>
                        <a:pt x="0" y="348450"/>
                        <a:pt x="0" y="778284"/>
                      </a:cubicBezTo>
                      <a:lnTo>
                        <a:pt x="0" y="805057"/>
                      </a:lnTo>
                      <a:cubicBezTo>
                        <a:pt x="2833" y="897252"/>
                        <a:pt x="21144" y="988314"/>
                        <a:pt x="54169" y="1074436"/>
                      </a:cubicBezTo>
                      <a:cubicBezTo>
                        <a:pt x="85680" y="1155686"/>
                        <a:pt x="131433" y="1230663"/>
                        <a:pt x="189279" y="1295842"/>
                      </a:cubicBezTo>
                      <a:cubicBezTo>
                        <a:pt x="260569" y="1373359"/>
                        <a:pt x="338398" y="1524409"/>
                        <a:pt x="371397" y="1591590"/>
                      </a:cubicBezTo>
                      <a:cubicBezTo>
                        <a:pt x="381443" y="1611819"/>
                        <a:pt x="402077" y="1624614"/>
                        <a:pt x="424663" y="1624620"/>
                      </a:cubicBezTo>
                      <a:lnTo>
                        <a:pt x="1131936" y="1624620"/>
                      </a:lnTo>
                      <a:cubicBezTo>
                        <a:pt x="1154528" y="1624608"/>
                        <a:pt x="1175165" y="1611801"/>
                        <a:pt x="1185201" y="1591559"/>
                      </a:cubicBezTo>
                      <a:close/>
                      <a:moveTo>
                        <a:pt x="1130068" y="1562327"/>
                      </a:moveTo>
                      <a:lnTo>
                        <a:pt x="426499" y="1562327"/>
                      </a:lnTo>
                      <a:cubicBezTo>
                        <a:pt x="386340" y="1480638"/>
                        <a:pt x="308979" y="1333822"/>
                        <a:pt x="235944" y="1254406"/>
                      </a:cubicBezTo>
                      <a:cubicBezTo>
                        <a:pt x="183027" y="1194858"/>
                        <a:pt x="141184" y="1126329"/>
                        <a:pt x="112384" y="1052053"/>
                      </a:cubicBezTo>
                      <a:cubicBezTo>
                        <a:pt x="81922" y="972742"/>
                        <a:pt x="64977" y="888884"/>
                        <a:pt x="62263" y="803967"/>
                      </a:cubicBezTo>
                      <a:lnTo>
                        <a:pt x="62263" y="779342"/>
                      </a:lnTo>
                      <a:cubicBezTo>
                        <a:pt x="61970" y="383896"/>
                        <a:pt x="382305" y="63084"/>
                        <a:pt x="777754" y="62792"/>
                      </a:cubicBezTo>
                      <a:cubicBezTo>
                        <a:pt x="1173203" y="62500"/>
                        <a:pt x="1494012" y="382838"/>
                        <a:pt x="1494305" y="778284"/>
                      </a:cubicBezTo>
                      <a:lnTo>
                        <a:pt x="1494305" y="804091"/>
                      </a:lnTo>
                      <a:cubicBezTo>
                        <a:pt x="1491627" y="888906"/>
                        <a:pt x="1474738" y="972671"/>
                        <a:pt x="1444339" y="1051897"/>
                      </a:cubicBezTo>
                      <a:cubicBezTo>
                        <a:pt x="1415695" y="1125977"/>
                        <a:pt x="1374053" y="1194348"/>
                        <a:pt x="1321370" y="1253784"/>
                      </a:cubicBezTo>
                      <a:cubicBezTo>
                        <a:pt x="1247309" y="1334601"/>
                        <a:pt x="1170009" y="1481260"/>
                        <a:pt x="1130068" y="1562327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5D911BE-2AB0-FED8-2D11-B3AC6BC78AF5}"/>
                    </a:ext>
                  </a:extLst>
                </p:cNvPr>
                <p:cNvSpPr/>
                <p:nvPr/>
              </p:nvSpPr>
              <p:spPr>
                <a:xfrm>
                  <a:off x="6597437" y="3714305"/>
                  <a:ext cx="747152" cy="62262"/>
                </a:xfrm>
                <a:custGeom>
                  <a:avLst/>
                  <a:gdLst>
                    <a:gd name="connsiteX0" fmla="*/ 716021 w 747152"/>
                    <a:gd name="connsiteY0" fmla="*/ 0 h 62262"/>
                    <a:gd name="connsiteX1" fmla="*/ 31131 w 747152"/>
                    <a:gd name="connsiteY1" fmla="*/ 0 h 62262"/>
                    <a:gd name="connsiteX2" fmla="*/ 0 w 747152"/>
                    <a:gd name="connsiteY2" fmla="*/ 31131 h 62262"/>
                    <a:gd name="connsiteX3" fmla="*/ 31131 w 747152"/>
                    <a:gd name="connsiteY3" fmla="*/ 62263 h 62262"/>
                    <a:gd name="connsiteX4" fmla="*/ 716021 w 747152"/>
                    <a:gd name="connsiteY4" fmla="*/ 62263 h 62262"/>
                    <a:gd name="connsiteX5" fmla="*/ 747152 w 747152"/>
                    <a:gd name="connsiteY5" fmla="*/ 31131 h 62262"/>
                    <a:gd name="connsiteX6" fmla="*/ 716021 w 747152"/>
                    <a:gd name="connsiteY6" fmla="*/ 0 h 62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47152" h="62262">
                      <a:moveTo>
                        <a:pt x="716021" y="0"/>
                      </a:moveTo>
                      <a:lnTo>
                        <a:pt x="31131" y="0"/>
                      </a:lnTo>
                      <a:cubicBezTo>
                        <a:pt x="13938" y="0"/>
                        <a:pt x="0" y="13938"/>
                        <a:pt x="0" y="31131"/>
                      </a:cubicBezTo>
                      <a:cubicBezTo>
                        <a:pt x="0" y="48325"/>
                        <a:pt x="13938" y="62263"/>
                        <a:pt x="31131" y="62263"/>
                      </a:cubicBezTo>
                      <a:lnTo>
                        <a:pt x="716021" y="62263"/>
                      </a:lnTo>
                      <a:cubicBezTo>
                        <a:pt x="733215" y="62263"/>
                        <a:pt x="747152" y="48325"/>
                        <a:pt x="747152" y="31131"/>
                      </a:cubicBezTo>
                      <a:cubicBezTo>
                        <a:pt x="747152" y="13938"/>
                        <a:pt x="733215" y="0"/>
                        <a:pt x="716021" y="0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BFAC1784-BBA7-1C12-31E4-7C1BDFCA8C4E}"/>
                    </a:ext>
                  </a:extLst>
                </p:cNvPr>
                <p:cNvSpPr/>
                <p:nvPr/>
              </p:nvSpPr>
              <p:spPr>
                <a:xfrm>
                  <a:off x="6597437" y="3967372"/>
                  <a:ext cx="747152" cy="62262"/>
                </a:xfrm>
                <a:custGeom>
                  <a:avLst/>
                  <a:gdLst>
                    <a:gd name="connsiteX0" fmla="*/ 747152 w 747152"/>
                    <a:gd name="connsiteY0" fmla="*/ 31131 h 62262"/>
                    <a:gd name="connsiteX1" fmla="*/ 716021 w 747152"/>
                    <a:gd name="connsiteY1" fmla="*/ 0 h 62262"/>
                    <a:gd name="connsiteX2" fmla="*/ 31131 w 747152"/>
                    <a:gd name="connsiteY2" fmla="*/ 0 h 62262"/>
                    <a:gd name="connsiteX3" fmla="*/ 0 w 747152"/>
                    <a:gd name="connsiteY3" fmla="*/ 31131 h 62262"/>
                    <a:gd name="connsiteX4" fmla="*/ 31131 w 747152"/>
                    <a:gd name="connsiteY4" fmla="*/ 62263 h 62262"/>
                    <a:gd name="connsiteX5" fmla="*/ 716021 w 747152"/>
                    <a:gd name="connsiteY5" fmla="*/ 62263 h 62262"/>
                    <a:gd name="connsiteX6" fmla="*/ 747152 w 747152"/>
                    <a:gd name="connsiteY6" fmla="*/ 31131 h 62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47152" h="62262">
                      <a:moveTo>
                        <a:pt x="747152" y="31131"/>
                      </a:moveTo>
                      <a:cubicBezTo>
                        <a:pt x="747152" y="13938"/>
                        <a:pt x="733215" y="0"/>
                        <a:pt x="716021" y="0"/>
                      </a:cubicBezTo>
                      <a:lnTo>
                        <a:pt x="31131" y="0"/>
                      </a:lnTo>
                      <a:cubicBezTo>
                        <a:pt x="13938" y="0"/>
                        <a:pt x="0" y="13938"/>
                        <a:pt x="0" y="31131"/>
                      </a:cubicBezTo>
                      <a:cubicBezTo>
                        <a:pt x="0" y="48325"/>
                        <a:pt x="13938" y="62263"/>
                        <a:pt x="31131" y="62263"/>
                      </a:cubicBezTo>
                      <a:lnTo>
                        <a:pt x="716021" y="62263"/>
                      </a:lnTo>
                      <a:cubicBezTo>
                        <a:pt x="733215" y="62263"/>
                        <a:pt x="747152" y="48325"/>
                        <a:pt x="747152" y="31131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3B613FC8-9347-1A95-A620-4D3466451EB4}"/>
                    </a:ext>
                  </a:extLst>
                </p:cNvPr>
                <p:cNvSpPr/>
                <p:nvPr/>
              </p:nvSpPr>
              <p:spPr>
                <a:xfrm>
                  <a:off x="6786861" y="4214243"/>
                  <a:ext cx="359895" cy="199829"/>
                </a:xfrm>
                <a:custGeom>
                  <a:avLst/>
                  <a:gdLst>
                    <a:gd name="connsiteX0" fmla="*/ 359795 w 359895"/>
                    <a:gd name="connsiteY0" fmla="*/ 33622 h 199829"/>
                    <a:gd name="connsiteX1" fmla="*/ 331253 w 359895"/>
                    <a:gd name="connsiteY1" fmla="*/ 100 h 199829"/>
                    <a:gd name="connsiteX2" fmla="*/ 328663 w 359895"/>
                    <a:gd name="connsiteY2" fmla="*/ 0 h 199829"/>
                    <a:gd name="connsiteX3" fmla="*/ 31234 w 359895"/>
                    <a:gd name="connsiteY3" fmla="*/ 0 h 199829"/>
                    <a:gd name="connsiteX4" fmla="*/ 0 w 359895"/>
                    <a:gd name="connsiteY4" fmla="*/ 31029 h 199829"/>
                    <a:gd name="connsiteX5" fmla="*/ 103 w 359895"/>
                    <a:gd name="connsiteY5" fmla="*/ 33653 h 199829"/>
                    <a:gd name="connsiteX6" fmla="*/ 194126 w 359895"/>
                    <a:gd name="connsiteY6" fmla="*/ 199259 h 199829"/>
                    <a:gd name="connsiteX7" fmla="*/ 359732 w 359895"/>
                    <a:gd name="connsiteY7" fmla="*/ 33653 h 199829"/>
                    <a:gd name="connsiteX8" fmla="*/ 180167 w 359895"/>
                    <a:gd name="connsiteY8" fmla="*/ 137507 h 199829"/>
                    <a:gd name="connsiteX9" fmla="*/ 70273 w 359895"/>
                    <a:gd name="connsiteY9" fmla="*/ 62263 h 199829"/>
                    <a:gd name="connsiteX10" fmla="*/ 290091 w 359895"/>
                    <a:gd name="connsiteY10" fmla="*/ 62263 h 199829"/>
                    <a:gd name="connsiteX11" fmla="*/ 180198 w 359895"/>
                    <a:gd name="connsiteY11" fmla="*/ 137507 h 199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59895" h="199829">
                      <a:moveTo>
                        <a:pt x="359795" y="33622"/>
                      </a:moveTo>
                      <a:cubicBezTo>
                        <a:pt x="361171" y="16484"/>
                        <a:pt x="348391" y="1476"/>
                        <a:pt x="331253" y="100"/>
                      </a:cubicBezTo>
                      <a:cubicBezTo>
                        <a:pt x="330391" y="31"/>
                        <a:pt x="329529" y="-3"/>
                        <a:pt x="328663" y="0"/>
                      </a:cubicBezTo>
                      <a:lnTo>
                        <a:pt x="31234" y="0"/>
                      </a:lnTo>
                      <a:cubicBezTo>
                        <a:pt x="14040" y="-56"/>
                        <a:pt x="56" y="13835"/>
                        <a:pt x="0" y="31029"/>
                      </a:cubicBezTo>
                      <a:cubicBezTo>
                        <a:pt x="-3" y="31904"/>
                        <a:pt x="31" y="32782"/>
                        <a:pt x="103" y="33653"/>
                      </a:cubicBezTo>
                      <a:cubicBezTo>
                        <a:pt x="7948" y="132962"/>
                        <a:pt x="94817" y="207108"/>
                        <a:pt x="194126" y="199259"/>
                      </a:cubicBezTo>
                      <a:cubicBezTo>
                        <a:pt x="282533" y="192277"/>
                        <a:pt x="352746" y="122060"/>
                        <a:pt x="359732" y="33653"/>
                      </a:cubicBezTo>
                      <a:close/>
                      <a:moveTo>
                        <a:pt x="180167" y="137507"/>
                      </a:moveTo>
                      <a:cubicBezTo>
                        <a:pt x="131648" y="137087"/>
                        <a:pt x="88211" y="107344"/>
                        <a:pt x="70273" y="62263"/>
                      </a:cubicBezTo>
                      <a:lnTo>
                        <a:pt x="290091" y="62263"/>
                      </a:lnTo>
                      <a:cubicBezTo>
                        <a:pt x="272216" y="107394"/>
                        <a:pt x="228741" y="137162"/>
                        <a:pt x="180198" y="137507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pic>
            <p:nvPicPr>
              <p:cNvPr id="10" name="Graphic 9" descr="Badge Question Mark with solid fill">
                <a:extLst>
                  <a:ext uri="{FF2B5EF4-FFF2-40B4-BE49-F238E27FC236}">
                    <a16:creationId xmlns:a16="http://schemas.microsoft.com/office/drawing/2014/main" id="{CA9EDA1E-AAE9-08B0-B96E-A7037AC0A2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0800000">
                <a:off x="6193056" y="1908935"/>
                <a:ext cx="1546075" cy="1546075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B2264E0-27EC-C78C-F196-34029DC2AAEF}"/>
                  </a:ext>
                </a:extLst>
              </p:cNvPr>
              <p:cNvSpPr/>
              <p:nvPr/>
            </p:nvSpPr>
            <p:spPr>
              <a:xfrm>
                <a:off x="6926226" y="4581427"/>
                <a:ext cx="79734" cy="184671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8F94028-5397-44B9-E0E6-2CFD3EECE09D}"/>
              </a:ext>
            </a:extLst>
          </p:cNvPr>
          <p:cNvGrpSpPr/>
          <p:nvPr/>
        </p:nvGrpSpPr>
        <p:grpSpPr>
          <a:xfrm rot="10800000">
            <a:off x="1027647" y="-6274"/>
            <a:ext cx="965924" cy="3946674"/>
            <a:chOff x="6187810" y="78254"/>
            <a:chExt cx="1556567" cy="6359992"/>
          </a:xfrm>
          <a:solidFill>
            <a:schemeClr val="accent2">
              <a:lumMod val="75000"/>
            </a:schemeClr>
          </a:solidFill>
        </p:grpSpPr>
        <p:grpSp>
          <p:nvGrpSpPr>
            <p:cNvPr id="58" name="Content Placeholder 5" descr="Lightbulb outline">
              <a:extLst>
                <a:ext uri="{FF2B5EF4-FFF2-40B4-BE49-F238E27FC236}">
                  <a16:creationId xmlns:a16="http://schemas.microsoft.com/office/drawing/2014/main" id="{3B6DC24D-A1BE-A981-6364-5D4FD9307B8F}"/>
                </a:ext>
              </a:extLst>
            </p:cNvPr>
            <p:cNvGrpSpPr/>
            <p:nvPr/>
          </p:nvGrpSpPr>
          <p:grpSpPr>
            <a:xfrm>
              <a:off x="6187810" y="78254"/>
              <a:ext cx="1556567" cy="2512875"/>
              <a:chOff x="6187810" y="78254"/>
              <a:chExt cx="1556567" cy="2512875"/>
            </a:xfrm>
            <a:grpFill/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21EEF46-A20E-66F4-C0EA-44A29D68CF18}"/>
                  </a:ext>
                </a:extLst>
              </p:cNvPr>
              <p:cNvSpPr/>
              <p:nvPr/>
            </p:nvSpPr>
            <p:spPr>
              <a:xfrm>
                <a:off x="6187810" y="78254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9FAC4D4-DB2A-98A4-475C-28B6BD086097}"/>
                  </a:ext>
                </a:extLst>
              </p:cNvPr>
              <p:cNvSpPr/>
              <p:nvPr/>
            </p:nvSpPr>
            <p:spPr>
              <a:xfrm>
                <a:off x="6597437" y="1891372"/>
                <a:ext cx="747151" cy="62263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DECE2940-89C2-85D1-8301-C4086EF92DEF}"/>
                  </a:ext>
                </a:extLst>
              </p:cNvPr>
              <p:cNvSpPr/>
              <p:nvPr/>
            </p:nvSpPr>
            <p:spPr>
              <a:xfrm>
                <a:off x="6597437" y="2144438"/>
                <a:ext cx="747151" cy="62263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164D055-61AE-0730-8AE8-185131B1F6EB}"/>
                  </a:ext>
                </a:extLst>
              </p:cNvPr>
              <p:cNvSpPr/>
              <p:nvPr/>
            </p:nvSpPr>
            <p:spPr>
              <a:xfrm>
                <a:off x="6786861" y="2391301"/>
                <a:ext cx="359895" cy="199828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59" name="Graphic 58" descr="Badge Question Mark with solid fill">
              <a:extLst>
                <a:ext uri="{FF2B5EF4-FFF2-40B4-BE49-F238E27FC236}">
                  <a16:creationId xmlns:a16="http://schemas.microsoft.com/office/drawing/2014/main" id="{31C25D45-9ECC-4623-F23A-8F3C781B2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7" y="85997"/>
              <a:ext cx="1546075" cy="1546076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1D6B899-9344-4A3C-B3AE-3DCF42E83F83}"/>
                </a:ext>
              </a:extLst>
            </p:cNvPr>
            <p:cNvSpPr/>
            <p:nvPr/>
          </p:nvSpPr>
          <p:spPr>
            <a:xfrm>
              <a:off x="6926224" y="2839526"/>
              <a:ext cx="79734" cy="35987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8E8F063-A6C6-1CCC-C13B-702A2CE6B9CD}"/>
              </a:ext>
            </a:extLst>
          </p:cNvPr>
          <p:cNvGrpSpPr/>
          <p:nvPr/>
        </p:nvGrpSpPr>
        <p:grpSpPr>
          <a:xfrm rot="10800000">
            <a:off x="7262218" y="0"/>
            <a:ext cx="965924" cy="2809188"/>
            <a:chOff x="6187810" y="1901185"/>
            <a:chExt cx="1556567" cy="4526952"/>
          </a:xfrm>
          <a:solidFill>
            <a:schemeClr val="accent2">
              <a:lumMod val="75000"/>
            </a:schemeClr>
          </a:solidFill>
        </p:grpSpPr>
        <p:grpSp>
          <p:nvGrpSpPr>
            <p:cNvPr id="66" name="Content Placeholder 5" descr="Lightbulb outline">
              <a:extLst>
                <a:ext uri="{FF2B5EF4-FFF2-40B4-BE49-F238E27FC236}">
                  <a16:creationId xmlns:a16="http://schemas.microsoft.com/office/drawing/2014/main" id="{C0D31F36-B532-994B-8777-0620FC9201DA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AAFC7AE-2F45-3C31-7776-FE2CA8579FD6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6409CC4-DC4D-2DD5-DFD9-C4EBA231138A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790D460-F3D9-A83E-5AD1-C19AB11FC851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A0AE6A4-18CD-1993-05F7-C25E3E9D8492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67" name="Graphic 66" descr="Badge Question Mark with solid fill">
              <a:extLst>
                <a:ext uri="{FF2B5EF4-FFF2-40B4-BE49-F238E27FC236}">
                  <a16:creationId xmlns:a16="http://schemas.microsoft.com/office/drawing/2014/main" id="{46779060-F572-F7F2-93F2-9D76A3B6C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C0415EF-AD5C-BFAD-15AA-3CC5A54BB1FB}"/>
                </a:ext>
              </a:extLst>
            </p:cNvPr>
            <p:cNvSpPr/>
            <p:nvPr/>
          </p:nvSpPr>
          <p:spPr>
            <a:xfrm>
              <a:off x="6926226" y="4581427"/>
              <a:ext cx="79734" cy="18467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57870B-E7BB-7074-DD9F-F892BDC1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291" y="429863"/>
            <a:ext cx="10618509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Dudas de la clase anterior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E655216-5994-DC77-00B0-D4C5E6E08591}"/>
              </a:ext>
            </a:extLst>
          </p:cNvPr>
          <p:cNvSpPr/>
          <p:nvPr/>
        </p:nvSpPr>
        <p:spPr>
          <a:xfrm>
            <a:off x="661763" y="4609707"/>
            <a:ext cx="6705508" cy="1746643"/>
          </a:xfrm>
          <a:prstGeom prst="rect">
            <a:avLst/>
          </a:prstGeom>
          <a:solidFill>
            <a:srgbClr val="F19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400" dirty="0" err="1"/>
              <a:t>throw</a:t>
            </a:r>
            <a:r>
              <a:rPr lang="es-ES" sz="4400" dirty="0"/>
              <a:t> new </a:t>
            </a:r>
            <a:r>
              <a:rPr lang="es-ES" sz="4400" dirty="0" err="1"/>
              <a:t>exception</a:t>
            </a:r>
            <a:r>
              <a:rPr lang="es-ES" sz="4400" dirty="0"/>
              <a:t>()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20220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F97162-DA09-17A9-FC64-20DF46BE9B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97493F-77A7-8E32-A142-3B665342967D}"/>
              </a:ext>
            </a:extLst>
          </p:cNvPr>
          <p:cNvGrpSpPr/>
          <p:nvPr/>
        </p:nvGrpSpPr>
        <p:grpSpPr>
          <a:xfrm rot="10800000">
            <a:off x="3391010" y="0"/>
            <a:ext cx="965924" cy="2809188"/>
            <a:chOff x="6187810" y="1901185"/>
            <a:chExt cx="1556567" cy="4526952"/>
          </a:xfrm>
          <a:solidFill>
            <a:schemeClr val="accent2">
              <a:lumMod val="75000"/>
            </a:schemeClr>
          </a:solidFill>
        </p:grpSpPr>
        <p:grpSp>
          <p:nvGrpSpPr>
            <p:cNvPr id="26" name="Content Placeholder 5" descr="Lightbulb outline">
              <a:extLst>
                <a:ext uri="{FF2B5EF4-FFF2-40B4-BE49-F238E27FC236}">
                  <a16:creationId xmlns:a16="http://schemas.microsoft.com/office/drawing/2014/main" id="{534C5C59-072F-1FD1-7948-10B41ECDC423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7A57D5D-5692-1B69-A27E-69C14DEA6671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9098FFA-C9E4-6CFD-BCC5-71063021CBC0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D0C3CC0-55E5-B078-E8C8-197050F490D0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A25F5B9-C63B-E259-7E82-A43CD283205A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27" name="Graphic 26" descr="Badge Question Mark with solid fill">
              <a:extLst>
                <a:ext uri="{FF2B5EF4-FFF2-40B4-BE49-F238E27FC236}">
                  <a16:creationId xmlns:a16="http://schemas.microsoft.com/office/drawing/2014/main" id="{0EFC90BE-EF20-AA5C-4488-3BBD20614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412026B-9289-C2F8-B583-7721ABE654AC}"/>
                </a:ext>
              </a:extLst>
            </p:cNvPr>
            <p:cNvSpPr/>
            <p:nvPr/>
          </p:nvSpPr>
          <p:spPr>
            <a:xfrm>
              <a:off x="6926226" y="4581427"/>
              <a:ext cx="79734" cy="18467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5681EC-158C-9805-19CC-41615D69E14F}"/>
              </a:ext>
            </a:extLst>
          </p:cNvPr>
          <p:cNvGrpSpPr/>
          <p:nvPr/>
        </p:nvGrpSpPr>
        <p:grpSpPr>
          <a:xfrm rot="10800000">
            <a:off x="9492256" y="-6274"/>
            <a:ext cx="965924" cy="3946674"/>
            <a:chOff x="6187810" y="78254"/>
            <a:chExt cx="1556567" cy="6359992"/>
          </a:xfrm>
          <a:solidFill>
            <a:schemeClr val="accent2">
              <a:lumMod val="75000"/>
            </a:schemeClr>
          </a:solidFill>
        </p:grpSpPr>
        <p:grpSp>
          <p:nvGrpSpPr>
            <p:cNvPr id="42" name="Content Placeholder 5" descr="Lightbulb outline">
              <a:extLst>
                <a:ext uri="{FF2B5EF4-FFF2-40B4-BE49-F238E27FC236}">
                  <a16:creationId xmlns:a16="http://schemas.microsoft.com/office/drawing/2014/main" id="{BF73E2A0-2A90-88A4-8871-BED2A989865A}"/>
                </a:ext>
              </a:extLst>
            </p:cNvPr>
            <p:cNvGrpSpPr/>
            <p:nvPr/>
          </p:nvGrpSpPr>
          <p:grpSpPr>
            <a:xfrm>
              <a:off x="6187810" y="78254"/>
              <a:ext cx="1556567" cy="2512875"/>
              <a:chOff x="6187810" y="78254"/>
              <a:chExt cx="1556567" cy="2512875"/>
            </a:xfrm>
            <a:grpFill/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DBB839A-940B-BE10-A944-0C2892F60911}"/>
                  </a:ext>
                </a:extLst>
              </p:cNvPr>
              <p:cNvSpPr/>
              <p:nvPr/>
            </p:nvSpPr>
            <p:spPr>
              <a:xfrm>
                <a:off x="6187810" y="78254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FAAB39C-87A1-C6D0-471D-5B8F2114C5ED}"/>
                  </a:ext>
                </a:extLst>
              </p:cNvPr>
              <p:cNvSpPr/>
              <p:nvPr/>
            </p:nvSpPr>
            <p:spPr>
              <a:xfrm>
                <a:off x="6597437" y="1891372"/>
                <a:ext cx="747151" cy="62263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ECB74F7-A036-AB54-6E70-B1799E28FB5E}"/>
                  </a:ext>
                </a:extLst>
              </p:cNvPr>
              <p:cNvSpPr/>
              <p:nvPr/>
            </p:nvSpPr>
            <p:spPr>
              <a:xfrm>
                <a:off x="6597437" y="2144438"/>
                <a:ext cx="747151" cy="62263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CEC9A3E-610A-688D-35C9-6DC3AE9125AD}"/>
                  </a:ext>
                </a:extLst>
              </p:cNvPr>
              <p:cNvSpPr/>
              <p:nvPr/>
            </p:nvSpPr>
            <p:spPr>
              <a:xfrm>
                <a:off x="6786861" y="2391301"/>
                <a:ext cx="359895" cy="199828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43" name="Graphic 42" descr="Badge Question Mark with solid fill">
              <a:extLst>
                <a:ext uri="{FF2B5EF4-FFF2-40B4-BE49-F238E27FC236}">
                  <a16:creationId xmlns:a16="http://schemas.microsoft.com/office/drawing/2014/main" id="{85EB89E2-45AB-9116-5E5E-7B0A7A474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7" y="85997"/>
              <a:ext cx="1546075" cy="1546076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2E5F9C4-F939-3CE8-FDF3-D993EDD76DE9}"/>
                </a:ext>
              </a:extLst>
            </p:cNvPr>
            <p:cNvSpPr/>
            <p:nvPr/>
          </p:nvSpPr>
          <p:spPr>
            <a:xfrm>
              <a:off x="6926224" y="2839526"/>
              <a:ext cx="79734" cy="35987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EC2CE79-9B20-D1F5-36D8-6A4C5F9B062A}"/>
              </a:ext>
            </a:extLst>
          </p:cNvPr>
          <p:cNvGrpSpPr/>
          <p:nvPr/>
        </p:nvGrpSpPr>
        <p:grpSpPr>
          <a:xfrm rot="10800000">
            <a:off x="8523990" y="-11871"/>
            <a:ext cx="965924" cy="2486155"/>
            <a:chOff x="6187810" y="1901185"/>
            <a:chExt cx="1556567" cy="4006392"/>
          </a:xfrm>
          <a:solidFill>
            <a:schemeClr val="accent2">
              <a:lumMod val="75000"/>
            </a:schemeClr>
          </a:solidFill>
        </p:grpSpPr>
        <p:grpSp>
          <p:nvGrpSpPr>
            <p:cNvPr id="50" name="Content Placeholder 5" descr="Lightbulb outline">
              <a:extLst>
                <a:ext uri="{FF2B5EF4-FFF2-40B4-BE49-F238E27FC236}">
                  <a16:creationId xmlns:a16="http://schemas.microsoft.com/office/drawing/2014/main" id="{2A30BF69-361F-ABC6-391F-3342622B4918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92B5164F-1BEB-02E9-ED2C-B81B974F3629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7B35B33-136B-117C-E599-353E70942386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269F73C0-1224-501F-F9CE-4102F4A89359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AD5D247-6927-04CB-6A47-4724A5BE17BB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51" name="Graphic 50" descr="Badge Question Mark with solid fill">
              <a:extLst>
                <a:ext uri="{FF2B5EF4-FFF2-40B4-BE49-F238E27FC236}">
                  <a16:creationId xmlns:a16="http://schemas.microsoft.com/office/drawing/2014/main" id="{BC7E9C4B-7B26-6957-4756-2B62995AF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66D4F40-0BD6-8712-CFBB-1D7272268950}"/>
                </a:ext>
              </a:extLst>
            </p:cNvPr>
            <p:cNvSpPr/>
            <p:nvPr/>
          </p:nvSpPr>
          <p:spPr>
            <a:xfrm>
              <a:off x="6926224" y="4646248"/>
              <a:ext cx="79734" cy="12613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F3A51A8-87F1-8159-CBE2-A55A1C11AC70}"/>
              </a:ext>
            </a:extLst>
          </p:cNvPr>
          <p:cNvGrpSpPr/>
          <p:nvPr/>
        </p:nvGrpSpPr>
        <p:grpSpPr>
          <a:xfrm rot="10800000">
            <a:off x="1077499" y="0"/>
            <a:ext cx="965924" cy="2634329"/>
            <a:chOff x="6187810" y="1901185"/>
            <a:chExt cx="1556567" cy="4245171"/>
          </a:xfrm>
          <a:solidFill>
            <a:schemeClr val="accent2">
              <a:lumMod val="75000"/>
            </a:schemeClr>
          </a:solidFill>
        </p:grpSpPr>
        <p:grpSp>
          <p:nvGrpSpPr>
            <p:cNvPr id="74" name="Content Placeholder 5" descr="Lightbulb outline">
              <a:extLst>
                <a:ext uri="{FF2B5EF4-FFF2-40B4-BE49-F238E27FC236}">
                  <a16:creationId xmlns:a16="http://schemas.microsoft.com/office/drawing/2014/main" id="{7734F313-5CF6-0159-5787-F52F72D85A7E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C8108DE5-60C4-E29E-7C5C-5348142B6029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2256354-D032-790D-A73A-104A3D4B7EBB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2CCDE1A-C8CF-B62F-51A6-F43E8AC88988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C8C07D7-B993-45E4-B83D-3EBCA1949FD8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75" name="Graphic 74" descr="Badge Question Mark with solid fill">
              <a:extLst>
                <a:ext uri="{FF2B5EF4-FFF2-40B4-BE49-F238E27FC236}">
                  <a16:creationId xmlns:a16="http://schemas.microsoft.com/office/drawing/2014/main" id="{9F71D3DC-D2ED-5282-0B19-23126C714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477B73F-8DD0-BA83-56AE-FA37525F26B7}"/>
                </a:ext>
              </a:extLst>
            </p:cNvPr>
            <p:cNvSpPr/>
            <p:nvPr/>
          </p:nvSpPr>
          <p:spPr>
            <a:xfrm>
              <a:off x="6926224" y="4620148"/>
              <a:ext cx="79734" cy="15262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7EB42A4-490B-D3D3-D68C-B88F22E5E089}"/>
              </a:ext>
            </a:extLst>
          </p:cNvPr>
          <p:cNvGrpSpPr/>
          <p:nvPr/>
        </p:nvGrpSpPr>
        <p:grpSpPr>
          <a:xfrm>
            <a:off x="4026071" y="0"/>
            <a:ext cx="4683928" cy="6146276"/>
            <a:chOff x="2792917" y="0"/>
            <a:chExt cx="4683928" cy="614627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F3F8E2D-A997-DED2-6702-7A22688173EC}"/>
                </a:ext>
              </a:extLst>
            </p:cNvPr>
            <p:cNvSpPr/>
            <p:nvPr/>
          </p:nvSpPr>
          <p:spPr>
            <a:xfrm>
              <a:off x="2792917" y="1462348"/>
              <a:ext cx="4683928" cy="4683928"/>
            </a:xfrm>
            <a:prstGeom prst="ellipse">
              <a:avLst/>
            </a:prstGeom>
            <a:gradFill flip="none" rotWithShape="1">
              <a:gsLst>
                <a:gs pos="32000">
                  <a:srgbClr val="F4D1BB"/>
                </a:gs>
                <a:gs pos="0">
                  <a:schemeClr val="bg1">
                    <a:alpha val="0"/>
                  </a:schemeClr>
                </a:gs>
                <a:gs pos="68000">
                  <a:schemeClr val="accent2"/>
                </a:gs>
                <a:gs pos="100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2F8AB9E-DC91-903C-C1FB-68CA569A2301}"/>
                </a:ext>
              </a:extLst>
            </p:cNvPr>
            <p:cNvGrpSpPr/>
            <p:nvPr/>
          </p:nvGrpSpPr>
          <p:grpSpPr>
            <a:xfrm rot="10800000">
              <a:off x="4356597" y="0"/>
              <a:ext cx="1556567" cy="4526952"/>
              <a:chOff x="6187810" y="1901185"/>
              <a:chExt cx="1556567" cy="4526952"/>
            </a:xfrm>
            <a:solidFill>
              <a:schemeClr val="bg1"/>
            </a:solidFill>
          </p:grpSpPr>
          <p:grpSp>
            <p:nvGrpSpPr>
              <p:cNvPr id="14" name="Content Placeholder 5" descr="Lightbulb outline">
                <a:extLst>
                  <a:ext uri="{FF2B5EF4-FFF2-40B4-BE49-F238E27FC236}">
                    <a16:creationId xmlns:a16="http://schemas.microsoft.com/office/drawing/2014/main" id="{0AAC298F-8C19-664B-F74B-7A00B8F0A2AE}"/>
                  </a:ext>
                </a:extLst>
              </p:cNvPr>
              <p:cNvGrpSpPr/>
              <p:nvPr/>
            </p:nvGrpSpPr>
            <p:grpSpPr>
              <a:xfrm>
                <a:off x="6187810" y="1901185"/>
                <a:ext cx="1556567" cy="2512887"/>
                <a:chOff x="6187810" y="1901185"/>
                <a:chExt cx="1556567" cy="2512887"/>
              </a:xfrm>
              <a:grpFill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A7D8EAEF-9C04-7E88-D503-BEA06D3C64AD}"/>
                    </a:ext>
                  </a:extLst>
                </p:cNvPr>
                <p:cNvSpPr/>
                <p:nvPr/>
              </p:nvSpPr>
              <p:spPr>
                <a:xfrm>
                  <a:off x="6187810" y="1901185"/>
                  <a:ext cx="1556567" cy="1624620"/>
                </a:xfrm>
                <a:custGeom>
                  <a:avLst/>
                  <a:gdLst>
                    <a:gd name="connsiteX0" fmla="*/ 1185201 w 1556567"/>
                    <a:gd name="connsiteY0" fmla="*/ 1591559 h 1624620"/>
                    <a:gd name="connsiteX1" fmla="*/ 1367320 w 1556567"/>
                    <a:gd name="connsiteY1" fmla="*/ 1295811 h 1624620"/>
                    <a:gd name="connsiteX2" fmla="*/ 1502430 w 1556567"/>
                    <a:gd name="connsiteY2" fmla="*/ 1074405 h 1624620"/>
                    <a:gd name="connsiteX3" fmla="*/ 1556567 w 1556567"/>
                    <a:gd name="connsiteY3" fmla="*/ 804963 h 1624620"/>
                    <a:gd name="connsiteX4" fmla="*/ 1556567 w 1556567"/>
                    <a:gd name="connsiteY4" fmla="*/ 778284 h 1624620"/>
                    <a:gd name="connsiteX5" fmla="*/ 778284 w 1556567"/>
                    <a:gd name="connsiteY5" fmla="*/ 0 h 1624620"/>
                    <a:gd name="connsiteX6" fmla="*/ 0 w 1556567"/>
                    <a:gd name="connsiteY6" fmla="*/ 778284 h 1624620"/>
                    <a:gd name="connsiteX7" fmla="*/ 0 w 1556567"/>
                    <a:gd name="connsiteY7" fmla="*/ 805057 h 1624620"/>
                    <a:gd name="connsiteX8" fmla="*/ 54169 w 1556567"/>
                    <a:gd name="connsiteY8" fmla="*/ 1074436 h 1624620"/>
                    <a:gd name="connsiteX9" fmla="*/ 189279 w 1556567"/>
                    <a:gd name="connsiteY9" fmla="*/ 1295842 h 1624620"/>
                    <a:gd name="connsiteX10" fmla="*/ 371397 w 1556567"/>
                    <a:gd name="connsiteY10" fmla="*/ 1591590 h 1624620"/>
                    <a:gd name="connsiteX11" fmla="*/ 424663 w 1556567"/>
                    <a:gd name="connsiteY11" fmla="*/ 1624620 h 1624620"/>
                    <a:gd name="connsiteX12" fmla="*/ 1131936 w 1556567"/>
                    <a:gd name="connsiteY12" fmla="*/ 1624620 h 1624620"/>
                    <a:gd name="connsiteX13" fmla="*/ 1185201 w 1556567"/>
                    <a:gd name="connsiteY13" fmla="*/ 1591559 h 1624620"/>
                    <a:gd name="connsiteX14" fmla="*/ 1130068 w 1556567"/>
                    <a:gd name="connsiteY14" fmla="*/ 1562327 h 1624620"/>
                    <a:gd name="connsiteX15" fmla="*/ 426499 w 1556567"/>
                    <a:gd name="connsiteY15" fmla="*/ 1562327 h 1624620"/>
                    <a:gd name="connsiteX16" fmla="*/ 235944 w 1556567"/>
                    <a:gd name="connsiteY16" fmla="*/ 1254406 h 1624620"/>
                    <a:gd name="connsiteX17" fmla="*/ 112384 w 1556567"/>
                    <a:gd name="connsiteY17" fmla="*/ 1052053 h 1624620"/>
                    <a:gd name="connsiteX18" fmla="*/ 62263 w 1556567"/>
                    <a:gd name="connsiteY18" fmla="*/ 803967 h 1624620"/>
                    <a:gd name="connsiteX19" fmla="*/ 62263 w 1556567"/>
                    <a:gd name="connsiteY19" fmla="*/ 779342 h 1624620"/>
                    <a:gd name="connsiteX20" fmla="*/ 777754 w 1556567"/>
                    <a:gd name="connsiteY20" fmla="*/ 62792 h 1624620"/>
                    <a:gd name="connsiteX21" fmla="*/ 1494305 w 1556567"/>
                    <a:gd name="connsiteY21" fmla="*/ 778284 h 1624620"/>
                    <a:gd name="connsiteX22" fmla="*/ 1494305 w 1556567"/>
                    <a:gd name="connsiteY22" fmla="*/ 804091 h 1624620"/>
                    <a:gd name="connsiteX23" fmla="*/ 1444339 w 1556567"/>
                    <a:gd name="connsiteY23" fmla="*/ 1051897 h 1624620"/>
                    <a:gd name="connsiteX24" fmla="*/ 1321370 w 1556567"/>
                    <a:gd name="connsiteY24" fmla="*/ 1253784 h 1624620"/>
                    <a:gd name="connsiteX25" fmla="*/ 1130068 w 1556567"/>
                    <a:gd name="connsiteY25" fmla="*/ 1562327 h 1624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556567" h="1624620">
                      <a:moveTo>
                        <a:pt x="1185201" y="1591559"/>
                      </a:moveTo>
                      <a:cubicBezTo>
                        <a:pt x="1218201" y="1524315"/>
                        <a:pt x="1296029" y="1373640"/>
                        <a:pt x="1367320" y="1295811"/>
                      </a:cubicBezTo>
                      <a:cubicBezTo>
                        <a:pt x="1425165" y="1230631"/>
                        <a:pt x="1470919" y="1155655"/>
                        <a:pt x="1502430" y="1074405"/>
                      </a:cubicBezTo>
                      <a:cubicBezTo>
                        <a:pt x="1535451" y="988261"/>
                        <a:pt x="1553750" y="897177"/>
                        <a:pt x="1556567" y="804963"/>
                      </a:cubicBezTo>
                      <a:lnTo>
                        <a:pt x="1556567" y="778284"/>
                      </a:lnTo>
                      <a:cubicBezTo>
                        <a:pt x="1556567" y="348450"/>
                        <a:pt x="1208117" y="0"/>
                        <a:pt x="778284" y="0"/>
                      </a:cubicBezTo>
                      <a:cubicBezTo>
                        <a:pt x="348450" y="0"/>
                        <a:pt x="0" y="348450"/>
                        <a:pt x="0" y="778284"/>
                      </a:cubicBezTo>
                      <a:lnTo>
                        <a:pt x="0" y="805057"/>
                      </a:lnTo>
                      <a:cubicBezTo>
                        <a:pt x="2833" y="897252"/>
                        <a:pt x="21144" y="988314"/>
                        <a:pt x="54169" y="1074436"/>
                      </a:cubicBezTo>
                      <a:cubicBezTo>
                        <a:pt x="85680" y="1155686"/>
                        <a:pt x="131433" y="1230663"/>
                        <a:pt x="189279" y="1295842"/>
                      </a:cubicBezTo>
                      <a:cubicBezTo>
                        <a:pt x="260569" y="1373359"/>
                        <a:pt x="338398" y="1524409"/>
                        <a:pt x="371397" y="1591590"/>
                      </a:cubicBezTo>
                      <a:cubicBezTo>
                        <a:pt x="381443" y="1611819"/>
                        <a:pt x="402077" y="1624614"/>
                        <a:pt x="424663" y="1624620"/>
                      </a:cubicBezTo>
                      <a:lnTo>
                        <a:pt x="1131936" y="1624620"/>
                      </a:lnTo>
                      <a:cubicBezTo>
                        <a:pt x="1154528" y="1624608"/>
                        <a:pt x="1175165" y="1611801"/>
                        <a:pt x="1185201" y="1591559"/>
                      </a:cubicBezTo>
                      <a:close/>
                      <a:moveTo>
                        <a:pt x="1130068" y="1562327"/>
                      </a:moveTo>
                      <a:lnTo>
                        <a:pt x="426499" y="1562327"/>
                      </a:lnTo>
                      <a:cubicBezTo>
                        <a:pt x="386340" y="1480638"/>
                        <a:pt x="308979" y="1333822"/>
                        <a:pt x="235944" y="1254406"/>
                      </a:cubicBezTo>
                      <a:cubicBezTo>
                        <a:pt x="183027" y="1194858"/>
                        <a:pt x="141184" y="1126329"/>
                        <a:pt x="112384" y="1052053"/>
                      </a:cubicBezTo>
                      <a:cubicBezTo>
                        <a:pt x="81922" y="972742"/>
                        <a:pt x="64977" y="888884"/>
                        <a:pt x="62263" y="803967"/>
                      </a:cubicBezTo>
                      <a:lnTo>
                        <a:pt x="62263" y="779342"/>
                      </a:lnTo>
                      <a:cubicBezTo>
                        <a:pt x="61970" y="383896"/>
                        <a:pt x="382305" y="63084"/>
                        <a:pt x="777754" y="62792"/>
                      </a:cubicBezTo>
                      <a:cubicBezTo>
                        <a:pt x="1173203" y="62500"/>
                        <a:pt x="1494012" y="382838"/>
                        <a:pt x="1494305" y="778284"/>
                      </a:cubicBezTo>
                      <a:lnTo>
                        <a:pt x="1494305" y="804091"/>
                      </a:lnTo>
                      <a:cubicBezTo>
                        <a:pt x="1491627" y="888906"/>
                        <a:pt x="1474738" y="972671"/>
                        <a:pt x="1444339" y="1051897"/>
                      </a:cubicBezTo>
                      <a:cubicBezTo>
                        <a:pt x="1415695" y="1125977"/>
                        <a:pt x="1374053" y="1194348"/>
                        <a:pt x="1321370" y="1253784"/>
                      </a:cubicBezTo>
                      <a:cubicBezTo>
                        <a:pt x="1247309" y="1334601"/>
                        <a:pt x="1170009" y="1481260"/>
                        <a:pt x="1130068" y="1562327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5D911BE-2AB0-FED8-2D11-B3AC6BC78AF5}"/>
                    </a:ext>
                  </a:extLst>
                </p:cNvPr>
                <p:cNvSpPr/>
                <p:nvPr/>
              </p:nvSpPr>
              <p:spPr>
                <a:xfrm>
                  <a:off x="6597437" y="3714305"/>
                  <a:ext cx="747152" cy="62262"/>
                </a:xfrm>
                <a:custGeom>
                  <a:avLst/>
                  <a:gdLst>
                    <a:gd name="connsiteX0" fmla="*/ 716021 w 747152"/>
                    <a:gd name="connsiteY0" fmla="*/ 0 h 62262"/>
                    <a:gd name="connsiteX1" fmla="*/ 31131 w 747152"/>
                    <a:gd name="connsiteY1" fmla="*/ 0 h 62262"/>
                    <a:gd name="connsiteX2" fmla="*/ 0 w 747152"/>
                    <a:gd name="connsiteY2" fmla="*/ 31131 h 62262"/>
                    <a:gd name="connsiteX3" fmla="*/ 31131 w 747152"/>
                    <a:gd name="connsiteY3" fmla="*/ 62263 h 62262"/>
                    <a:gd name="connsiteX4" fmla="*/ 716021 w 747152"/>
                    <a:gd name="connsiteY4" fmla="*/ 62263 h 62262"/>
                    <a:gd name="connsiteX5" fmla="*/ 747152 w 747152"/>
                    <a:gd name="connsiteY5" fmla="*/ 31131 h 62262"/>
                    <a:gd name="connsiteX6" fmla="*/ 716021 w 747152"/>
                    <a:gd name="connsiteY6" fmla="*/ 0 h 62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47152" h="62262">
                      <a:moveTo>
                        <a:pt x="716021" y="0"/>
                      </a:moveTo>
                      <a:lnTo>
                        <a:pt x="31131" y="0"/>
                      </a:lnTo>
                      <a:cubicBezTo>
                        <a:pt x="13938" y="0"/>
                        <a:pt x="0" y="13938"/>
                        <a:pt x="0" y="31131"/>
                      </a:cubicBezTo>
                      <a:cubicBezTo>
                        <a:pt x="0" y="48325"/>
                        <a:pt x="13938" y="62263"/>
                        <a:pt x="31131" y="62263"/>
                      </a:cubicBezTo>
                      <a:lnTo>
                        <a:pt x="716021" y="62263"/>
                      </a:lnTo>
                      <a:cubicBezTo>
                        <a:pt x="733215" y="62263"/>
                        <a:pt x="747152" y="48325"/>
                        <a:pt x="747152" y="31131"/>
                      </a:cubicBezTo>
                      <a:cubicBezTo>
                        <a:pt x="747152" y="13938"/>
                        <a:pt x="733215" y="0"/>
                        <a:pt x="716021" y="0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BFAC1784-BBA7-1C12-31E4-7C1BDFCA8C4E}"/>
                    </a:ext>
                  </a:extLst>
                </p:cNvPr>
                <p:cNvSpPr/>
                <p:nvPr/>
              </p:nvSpPr>
              <p:spPr>
                <a:xfrm>
                  <a:off x="6597437" y="3967372"/>
                  <a:ext cx="747152" cy="62262"/>
                </a:xfrm>
                <a:custGeom>
                  <a:avLst/>
                  <a:gdLst>
                    <a:gd name="connsiteX0" fmla="*/ 747152 w 747152"/>
                    <a:gd name="connsiteY0" fmla="*/ 31131 h 62262"/>
                    <a:gd name="connsiteX1" fmla="*/ 716021 w 747152"/>
                    <a:gd name="connsiteY1" fmla="*/ 0 h 62262"/>
                    <a:gd name="connsiteX2" fmla="*/ 31131 w 747152"/>
                    <a:gd name="connsiteY2" fmla="*/ 0 h 62262"/>
                    <a:gd name="connsiteX3" fmla="*/ 0 w 747152"/>
                    <a:gd name="connsiteY3" fmla="*/ 31131 h 62262"/>
                    <a:gd name="connsiteX4" fmla="*/ 31131 w 747152"/>
                    <a:gd name="connsiteY4" fmla="*/ 62263 h 62262"/>
                    <a:gd name="connsiteX5" fmla="*/ 716021 w 747152"/>
                    <a:gd name="connsiteY5" fmla="*/ 62263 h 62262"/>
                    <a:gd name="connsiteX6" fmla="*/ 747152 w 747152"/>
                    <a:gd name="connsiteY6" fmla="*/ 31131 h 62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47152" h="62262">
                      <a:moveTo>
                        <a:pt x="747152" y="31131"/>
                      </a:moveTo>
                      <a:cubicBezTo>
                        <a:pt x="747152" y="13938"/>
                        <a:pt x="733215" y="0"/>
                        <a:pt x="716021" y="0"/>
                      </a:cubicBezTo>
                      <a:lnTo>
                        <a:pt x="31131" y="0"/>
                      </a:lnTo>
                      <a:cubicBezTo>
                        <a:pt x="13938" y="0"/>
                        <a:pt x="0" y="13938"/>
                        <a:pt x="0" y="31131"/>
                      </a:cubicBezTo>
                      <a:cubicBezTo>
                        <a:pt x="0" y="48325"/>
                        <a:pt x="13938" y="62263"/>
                        <a:pt x="31131" y="62263"/>
                      </a:cubicBezTo>
                      <a:lnTo>
                        <a:pt x="716021" y="62263"/>
                      </a:lnTo>
                      <a:cubicBezTo>
                        <a:pt x="733215" y="62263"/>
                        <a:pt x="747152" y="48325"/>
                        <a:pt x="747152" y="31131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3B613FC8-9347-1A95-A620-4D3466451EB4}"/>
                    </a:ext>
                  </a:extLst>
                </p:cNvPr>
                <p:cNvSpPr/>
                <p:nvPr/>
              </p:nvSpPr>
              <p:spPr>
                <a:xfrm>
                  <a:off x="6786861" y="4214243"/>
                  <a:ext cx="359895" cy="199829"/>
                </a:xfrm>
                <a:custGeom>
                  <a:avLst/>
                  <a:gdLst>
                    <a:gd name="connsiteX0" fmla="*/ 359795 w 359895"/>
                    <a:gd name="connsiteY0" fmla="*/ 33622 h 199829"/>
                    <a:gd name="connsiteX1" fmla="*/ 331253 w 359895"/>
                    <a:gd name="connsiteY1" fmla="*/ 100 h 199829"/>
                    <a:gd name="connsiteX2" fmla="*/ 328663 w 359895"/>
                    <a:gd name="connsiteY2" fmla="*/ 0 h 199829"/>
                    <a:gd name="connsiteX3" fmla="*/ 31234 w 359895"/>
                    <a:gd name="connsiteY3" fmla="*/ 0 h 199829"/>
                    <a:gd name="connsiteX4" fmla="*/ 0 w 359895"/>
                    <a:gd name="connsiteY4" fmla="*/ 31029 h 199829"/>
                    <a:gd name="connsiteX5" fmla="*/ 103 w 359895"/>
                    <a:gd name="connsiteY5" fmla="*/ 33653 h 199829"/>
                    <a:gd name="connsiteX6" fmla="*/ 194126 w 359895"/>
                    <a:gd name="connsiteY6" fmla="*/ 199259 h 199829"/>
                    <a:gd name="connsiteX7" fmla="*/ 359732 w 359895"/>
                    <a:gd name="connsiteY7" fmla="*/ 33653 h 199829"/>
                    <a:gd name="connsiteX8" fmla="*/ 180167 w 359895"/>
                    <a:gd name="connsiteY8" fmla="*/ 137507 h 199829"/>
                    <a:gd name="connsiteX9" fmla="*/ 70273 w 359895"/>
                    <a:gd name="connsiteY9" fmla="*/ 62263 h 199829"/>
                    <a:gd name="connsiteX10" fmla="*/ 290091 w 359895"/>
                    <a:gd name="connsiteY10" fmla="*/ 62263 h 199829"/>
                    <a:gd name="connsiteX11" fmla="*/ 180198 w 359895"/>
                    <a:gd name="connsiteY11" fmla="*/ 137507 h 199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59895" h="199829">
                      <a:moveTo>
                        <a:pt x="359795" y="33622"/>
                      </a:moveTo>
                      <a:cubicBezTo>
                        <a:pt x="361171" y="16484"/>
                        <a:pt x="348391" y="1476"/>
                        <a:pt x="331253" y="100"/>
                      </a:cubicBezTo>
                      <a:cubicBezTo>
                        <a:pt x="330391" y="31"/>
                        <a:pt x="329529" y="-3"/>
                        <a:pt x="328663" y="0"/>
                      </a:cubicBezTo>
                      <a:lnTo>
                        <a:pt x="31234" y="0"/>
                      </a:lnTo>
                      <a:cubicBezTo>
                        <a:pt x="14040" y="-56"/>
                        <a:pt x="56" y="13835"/>
                        <a:pt x="0" y="31029"/>
                      </a:cubicBezTo>
                      <a:cubicBezTo>
                        <a:pt x="-3" y="31904"/>
                        <a:pt x="31" y="32782"/>
                        <a:pt x="103" y="33653"/>
                      </a:cubicBezTo>
                      <a:cubicBezTo>
                        <a:pt x="7948" y="132962"/>
                        <a:pt x="94817" y="207108"/>
                        <a:pt x="194126" y="199259"/>
                      </a:cubicBezTo>
                      <a:cubicBezTo>
                        <a:pt x="282533" y="192277"/>
                        <a:pt x="352746" y="122060"/>
                        <a:pt x="359732" y="33653"/>
                      </a:cubicBezTo>
                      <a:close/>
                      <a:moveTo>
                        <a:pt x="180167" y="137507"/>
                      </a:moveTo>
                      <a:cubicBezTo>
                        <a:pt x="131648" y="137087"/>
                        <a:pt x="88211" y="107344"/>
                        <a:pt x="70273" y="62263"/>
                      </a:cubicBezTo>
                      <a:lnTo>
                        <a:pt x="290091" y="62263"/>
                      </a:lnTo>
                      <a:cubicBezTo>
                        <a:pt x="272216" y="107394"/>
                        <a:pt x="228741" y="137162"/>
                        <a:pt x="180198" y="137507"/>
                      </a:cubicBezTo>
                      <a:close/>
                    </a:path>
                  </a:pathLst>
                </a:custGeom>
                <a:grpFill/>
                <a:ln w="310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pic>
            <p:nvPicPr>
              <p:cNvPr id="10" name="Graphic 9" descr="Badge Question Mark with solid fill">
                <a:extLst>
                  <a:ext uri="{FF2B5EF4-FFF2-40B4-BE49-F238E27FC236}">
                    <a16:creationId xmlns:a16="http://schemas.microsoft.com/office/drawing/2014/main" id="{CA9EDA1E-AAE9-08B0-B96E-A7037AC0A2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0800000">
                <a:off x="6193056" y="1908935"/>
                <a:ext cx="1546075" cy="1546075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B2264E0-27EC-C78C-F196-34029DC2AAEF}"/>
                  </a:ext>
                </a:extLst>
              </p:cNvPr>
              <p:cNvSpPr/>
              <p:nvPr/>
            </p:nvSpPr>
            <p:spPr>
              <a:xfrm>
                <a:off x="6926226" y="4581427"/>
                <a:ext cx="79734" cy="184671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8F94028-5397-44B9-E0E6-2CFD3EECE09D}"/>
              </a:ext>
            </a:extLst>
          </p:cNvPr>
          <p:cNvGrpSpPr/>
          <p:nvPr/>
        </p:nvGrpSpPr>
        <p:grpSpPr>
          <a:xfrm rot="10800000">
            <a:off x="151583" y="-6274"/>
            <a:ext cx="965924" cy="3946674"/>
            <a:chOff x="6187810" y="78254"/>
            <a:chExt cx="1556567" cy="6359992"/>
          </a:xfrm>
          <a:solidFill>
            <a:schemeClr val="accent2">
              <a:lumMod val="75000"/>
            </a:schemeClr>
          </a:solidFill>
        </p:grpSpPr>
        <p:grpSp>
          <p:nvGrpSpPr>
            <p:cNvPr id="58" name="Content Placeholder 5" descr="Lightbulb outline">
              <a:extLst>
                <a:ext uri="{FF2B5EF4-FFF2-40B4-BE49-F238E27FC236}">
                  <a16:creationId xmlns:a16="http://schemas.microsoft.com/office/drawing/2014/main" id="{3B6DC24D-A1BE-A981-6364-5D4FD9307B8F}"/>
                </a:ext>
              </a:extLst>
            </p:cNvPr>
            <p:cNvGrpSpPr/>
            <p:nvPr/>
          </p:nvGrpSpPr>
          <p:grpSpPr>
            <a:xfrm>
              <a:off x="6187810" y="78254"/>
              <a:ext cx="1556567" cy="2512875"/>
              <a:chOff x="6187810" y="78254"/>
              <a:chExt cx="1556567" cy="2512875"/>
            </a:xfrm>
            <a:grpFill/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21EEF46-A20E-66F4-C0EA-44A29D68CF18}"/>
                  </a:ext>
                </a:extLst>
              </p:cNvPr>
              <p:cNvSpPr/>
              <p:nvPr/>
            </p:nvSpPr>
            <p:spPr>
              <a:xfrm>
                <a:off x="6187810" y="78254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9FAC4D4-DB2A-98A4-475C-28B6BD086097}"/>
                  </a:ext>
                </a:extLst>
              </p:cNvPr>
              <p:cNvSpPr/>
              <p:nvPr/>
            </p:nvSpPr>
            <p:spPr>
              <a:xfrm>
                <a:off x="6597437" y="1891372"/>
                <a:ext cx="747151" cy="62263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DECE2940-89C2-85D1-8301-C4086EF92DEF}"/>
                  </a:ext>
                </a:extLst>
              </p:cNvPr>
              <p:cNvSpPr/>
              <p:nvPr/>
            </p:nvSpPr>
            <p:spPr>
              <a:xfrm>
                <a:off x="6597437" y="2144438"/>
                <a:ext cx="747151" cy="62263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164D055-61AE-0730-8AE8-185131B1F6EB}"/>
                  </a:ext>
                </a:extLst>
              </p:cNvPr>
              <p:cNvSpPr/>
              <p:nvPr/>
            </p:nvSpPr>
            <p:spPr>
              <a:xfrm>
                <a:off x="6786861" y="2391301"/>
                <a:ext cx="359895" cy="199828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59" name="Graphic 58" descr="Badge Question Mark with solid fill">
              <a:extLst>
                <a:ext uri="{FF2B5EF4-FFF2-40B4-BE49-F238E27FC236}">
                  <a16:creationId xmlns:a16="http://schemas.microsoft.com/office/drawing/2014/main" id="{31C25D45-9ECC-4623-F23A-8F3C781B2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7" y="85997"/>
              <a:ext cx="1546075" cy="1546076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1D6B899-9344-4A3C-B3AE-3DCF42E83F83}"/>
                </a:ext>
              </a:extLst>
            </p:cNvPr>
            <p:cNvSpPr/>
            <p:nvPr/>
          </p:nvSpPr>
          <p:spPr>
            <a:xfrm>
              <a:off x="6926224" y="2839526"/>
              <a:ext cx="79734" cy="35987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8E8F063-A6C6-1CCC-C13B-702A2CE6B9CD}"/>
              </a:ext>
            </a:extLst>
          </p:cNvPr>
          <p:cNvGrpSpPr/>
          <p:nvPr/>
        </p:nvGrpSpPr>
        <p:grpSpPr>
          <a:xfrm rot="10800000">
            <a:off x="11118325" y="0"/>
            <a:ext cx="965924" cy="2809188"/>
            <a:chOff x="6187810" y="1901185"/>
            <a:chExt cx="1556567" cy="4526952"/>
          </a:xfrm>
          <a:solidFill>
            <a:schemeClr val="accent2">
              <a:lumMod val="75000"/>
            </a:schemeClr>
          </a:solidFill>
        </p:grpSpPr>
        <p:grpSp>
          <p:nvGrpSpPr>
            <p:cNvPr id="66" name="Content Placeholder 5" descr="Lightbulb outline">
              <a:extLst>
                <a:ext uri="{FF2B5EF4-FFF2-40B4-BE49-F238E27FC236}">
                  <a16:creationId xmlns:a16="http://schemas.microsoft.com/office/drawing/2014/main" id="{C0D31F36-B532-994B-8777-0620FC9201DA}"/>
                </a:ext>
              </a:extLst>
            </p:cNvPr>
            <p:cNvGrpSpPr/>
            <p:nvPr/>
          </p:nvGrpSpPr>
          <p:grpSpPr>
            <a:xfrm>
              <a:off x="6187810" y="1901185"/>
              <a:ext cx="1556567" cy="2512887"/>
              <a:chOff x="6187810" y="1901185"/>
              <a:chExt cx="1556567" cy="2512887"/>
            </a:xfrm>
            <a:grpFill/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AAFC7AE-2F45-3C31-7776-FE2CA8579FD6}"/>
                  </a:ext>
                </a:extLst>
              </p:cNvPr>
              <p:cNvSpPr/>
              <p:nvPr/>
            </p:nvSpPr>
            <p:spPr>
              <a:xfrm>
                <a:off x="6187810" y="1901185"/>
                <a:ext cx="1556567" cy="1624620"/>
              </a:xfrm>
              <a:custGeom>
                <a:avLst/>
                <a:gdLst>
                  <a:gd name="connsiteX0" fmla="*/ 1185201 w 1556567"/>
                  <a:gd name="connsiteY0" fmla="*/ 1591559 h 1624620"/>
                  <a:gd name="connsiteX1" fmla="*/ 1367320 w 1556567"/>
                  <a:gd name="connsiteY1" fmla="*/ 1295811 h 1624620"/>
                  <a:gd name="connsiteX2" fmla="*/ 1502430 w 1556567"/>
                  <a:gd name="connsiteY2" fmla="*/ 1074405 h 1624620"/>
                  <a:gd name="connsiteX3" fmla="*/ 1556567 w 1556567"/>
                  <a:gd name="connsiteY3" fmla="*/ 804963 h 1624620"/>
                  <a:gd name="connsiteX4" fmla="*/ 1556567 w 1556567"/>
                  <a:gd name="connsiteY4" fmla="*/ 778284 h 1624620"/>
                  <a:gd name="connsiteX5" fmla="*/ 778284 w 1556567"/>
                  <a:gd name="connsiteY5" fmla="*/ 0 h 1624620"/>
                  <a:gd name="connsiteX6" fmla="*/ 0 w 1556567"/>
                  <a:gd name="connsiteY6" fmla="*/ 778284 h 1624620"/>
                  <a:gd name="connsiteX7" fmla="*/ 0 w 1556567"/>
                  <a:gd name="connsiteY7" fmla="*/ 805057 h 1624620"/>
                  <a:gd name="connsiteX8" fmla="*/ 54169 w 1556567"/>
                  <a:gd name="connsiteY8" fmla="*/ 1074436 h 1624620"/>
                  <a:gd name="connsiteX9" fmla="*/ 189279 w 1556567"/>
                  <a:gd name="connsiteY9" fmla="*/ 1295842 h 1624620"/>
                  <a:gd name="connsiteX10" fmla="*/ 371397 w 1556567"/>
                  <a:gd name="connsiteY10" fmla="*/ 1591590 h 1624620"/>
                  <a:gd name="connsiteX11" fmla="*/ 424663 w 1556567"/>
                  <a:gd name="connsiteY11" fmla="*/ 1624620 h 1624620"/>
                  <a:gd name="connsiteX12" fmla="*/ 1131936 w 1556567"/>
                  <a:gd name="connsiteY12" fmla="*/ 1624620 h 1624620"/>
                  <a:gd name="connsiteX13" fmla="*/ 1185201 w 1556567"/>
                  <a:gd name="connsiteY13" fmla="*/ 1591559 h 1624620"/>
                  <a:gd name="connsiteX14" fmla="*/ 1130068 w 1556567"/>
                  <a:gd name="connsiteY14" fmla="*/ 1562327 h 1624620"/>
                  <a:gd name="connsiteX15" fmla="*/ 426499 w 1556567"/>
                  <a:gd name="connsiteY15" fmla="*/ 1562327 h 1624620"/>
                  <a:gd name="connsiteX16" fmla="*/ 235944 w 1556567"/>
                  <a:gd name="connsiteY16" fmla="*/ 1254406 h 1624620"/>
                  <a:gd name="connsiteX17" fmla="*/ 112384 w 1556567"/>
                  <a:gd name="connsiteY17" fmla="*/ 1052053 h 1624620"/>
                  <a:gd name="connsiteX18" fmla="*/ 62263 w 1556567"/>
                  <a:gd name="connsiteY18" fmla="*/ 803967 h 1624620"/>
                  <a:gd name="connsiteX19" fmla="*/ 62263 w 1556567"/>
                  <a:gd name="connsiteY19" fmla="*/ 779342 h 1624620"/>
                  <a:gd name="connsiteX20" fmla="*/ 777754 w 1556567"/>
                  <a:gd name="connsiteY20" fmla="*/ 62792 h 1624620"/>
                  <a:gd name="connsiteX21" fmla="*/ 1494305 w 1556567"/>
                  <a:gd name="connsiteY21" fmla="*/ 778284 h 1624620"/>
                  <a:gd name="connsiteX22" fmla="*/ 1494305 w 1556567"/>
                  <a:gd name="connsiteY22" fmla="*/ 804091 h 1624620"/>
                  <a:gd name="connsiteX23" fmla="*/ 1444339 w 1556567"/>
                  <a:gd name="connsiteY23" fmla="*/ 1051897 h 1624620"/>
                  <a:gd name="connsiteX24" fmla="*/ 1321370 w 1556567"/>
                  <a:gd name="connsiteY24" fmla="*/ 1253784 h 1624620"/>
                  <a:gd name="connsiteX25" fmla="*/ 1130068 w 1556567"/>
                  <a:gd name="connsiteY25" fmla="*/ 1562327 h 162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56567" h="1624620">
                    <a:moveTo>
                      <a:pt x="1185201" y="1591559"/>
                    </a:moveTo>
                    <a:cubicBezTo>
                      <a:pt x="1218201" y="1524315"/>
                      <a:pt x="1296029" y="1373640"/>
                      <a:pt x="1367320" y="1295811"/>
                    </a:cubicBezTo>
                    <a:cubicBezTo>
                      <a:pt x="1425165" y="1230631"/>
                      <a:pt x="1470919" y="1155655"/>
                      <a:pt x="1502430" y="1074405"/>
                    </a:cubicBezTo>
                    <a:cubicBezTo>
                      <a:pt x="1535451" y="988261"/>
                      <a:pt x="1553750" y="897177"/>
                      <a:pt x="1556567" y="804963"/>
                    </a:cubicBezTo>
                    <a:lnTo>
                      <a:pt x="1556567" y="778284"/>
                    </a:lnTo>
                    <a:cubicBezTo>
                      <a:pt x="1556567" y="348450"/>
                      <a:pt x="1208117" y="0"/>
                      <a:pt x="778284" y="0"/>
                    </a:cubicBezTo>
                    <a:cubicBezTo>
                      <a:pt x="348450" y="0"/>
                      <a:pt x="0" y="348450"/>
                      <a:pt x="0" y="778284"/>
                    </a:cubicBezTo>
                    <a:lnTo>
                      <a:pt x="0" y="805057"/>
                    </a:lnTo>
                    <a:cubicBezTo>
                      <a:pt x="2833" y="897252"/>
                      <a:pt x="21144" y="988314"/>
                      <a:pt x="54169" y="1074436"/>
                    </a:cubicBezTo>
                    <a:cubicBezTo>
                      <a:pt x="85680" y="1155686"/>
                      <a:pt x="131433" y="1230663"/>
                      <a:pt x="189279" y="1295842"/>
                    </a:cubicBezTo>
                    <a:cubicBezTo>
                      <a:pt x="260569" y="1373359"/>
                      <a:pt x="338398" y="1524409"/>
                      <a:pt x="371397" y="1591590"/>
                    </a:cubicBezTo>
                    <a:cubicBezTo>
                      <a:pt x="381443" y="1611819"/>
                      <a:pt x="402077" y="1624614"/>
                      <a:pt x="424663" y="1624620"/>
                    </a:cubicBezTo>
                    <a:lnTo>
                      <a:pt x="1131936" y="1624620"/>
                    </a:lnTo>
                    <a:cubicBezTo>
                      <a:pt x="1154528" y="1624608"/>
                      <a:pt x="1175165" y="1611801"/>
                      <a:pt x="1185201" y="1591559"/>
                    </a:cubicBezTo>
                    <a:close/>
                    <a:moveTo>
                      <a:pt x="1130068" y="1562327"/>
                    </a:moveTo>
                    <a:lnTo>
                      <a:pt x="426499" y="1562327"/>
                    </a:lnTo>
                    <a:cubicBezTo>
                      <a:pt x="386340" y="1480638"/>
                      <a:pt x="308979" y="1333822"/>
                      <a:pt x="235944" y="1254406"/>
                    </a:cubicBezTo>
                    <a:cubicBezTo>
                      <a:pt x="183027" y="1194858"/>
                      <a:pt x="141184" y="1126329"/>
                      <a:pt x="112384" y="1052053"/>
                    </a:cubicBezTo>
                    <a:cubicBezTo>
                      <a:pt x="81922" y="972742"/>
                      <a:pt x="64977" y="888884"/>
                      <a:pt x="62263" y="803967"/>
                    </a:cubicBezTo>
                    <a:lnTo>
                      <a:pt x="62263" y="779342"/>
                    </a:lnTo>
                    <a:cubicBezTo>
                      <a:pt x="61970" y="383896"/>
                      <a:pt x="382305" y="63084"/>
                      <a:pt x="777754" y="62792"/>
                    </a:cubicBezTo>
                    <a:cubicBezTo>
                      <a:pt x="1173203" y="62500"/>
                      <a:pt x="1494012" y="382838"/>
                      <a:pt x="1494305" y="778284"/>
                    </a:cubicBezTo>
                    <a:lnTo>
                      <a:pt x="1494305" y="804091"/>
                    </a:lnTo>
                    <a:cubicBezTo>
                      <a:pt x="1491627" y="888906"/>
                      <a:pt x="1474738" y="972671"/>
                      <a:pt x="1444339" y="1051897"/>
                    </a:cubicBezTo>
                    <a:cubicBezTo>
                      <a:pt x="1415695" y="1125977"/>
                      <a:pt x="1374053" y="1194348"/>
                      <a:pt x="1321370" y="1253784"/>
                    </a:cubicBezTo>
                    <a:cubicBezTo>
                      <a:pt x="1247309" y="1334601"/>
                      <a:pt x="1170009" y="1481260"/>
                      <a:pt x="1130068" y="156232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6409CC4-DC4D-2DD5-DFD9-C4EBA231138A}"/>
                  </a:ext>
                </a:extLst>
              </p:cNvPr>
              <p:cNvSpPr/>
              <p:nvPr/>
            </p:nvSpPr>
            <p:spPr>
              <a:xfrm>
                <a:off x="6597437" y="3714305"/>
                <a:ext cx="747152" cy="62262"/>
              </a:xfrm>
              <a:custGeom>
                <a:avLst/>
                <a:gdLst>
                  <a:gd name="connsiteX0" fmla="*/ 716021 w 747152"/>
                  <a:gd name="connsiteY0" fmla="*/ 0 h 62262"/>
                  <a:gd name="connsiteX1" fmla="*/ 31131 w 747152"/>
                  <a:gd name="connsiteY1" fmla="*/ 0 h 62262"/>
                  <a:gd name="connsiteX2" fmla="*/ 0 w 747152"/>
                  <a:gd name="connsiteY2" fmla="*/ 31131 h 62262"/>
                  <a:gd name="connsiteX3" fmla="*/ 31131 w 747152"/>
                  <a:gd name="connsiteY3" fmla="*/ 62263 h 62262"/>
                  <a:gd name="connsiteX4" fmla="*/ 716021 w 747152"/>
                  <a:gd name="connsiteY4" fmla="*/ 62263 h 62262"/>
                  <a:gd name="connsiteX5" fmla="*/ 747152 w 747152"/>
                  <a:gd name="connsiteY5" fmla="*/ 31131 h 62262"/>
                  <a:gd name="connsiteX6" fmla="*/ 716021 w 747152"/>
                  <a:gd name="connsiteY6" fmla="*/ 0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16021" y="0"/>
                    </a:move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ubicBezTo>
                      <a:pt x="747152" y="13938"/>
                      <a:pt x="733215" y="0"/>
                      <a:pt x="716021" y="0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790D460-F3D9-A83E-5AD1-C19AB11FC851}"/>
                  </a:ext>
                </a:extLst>
              </p:cNvPr>
              <p:cNvSpPr/>
              <p:nvPr/>
            </p:nvSpPr>
            <p:spPr>
              <a:xfrm>
                <a:off x="6597437" y="3967372"/>
                <a:ext cx="747152" cy="62262"/>
              </a:xfrm>
              <a:custGeom>
                <a:avLst/>
                <a:gdLst>
                  <a:gd name="connsiteX0" fmla="*/ 747152 w 747152"/>
                  <a:gd name="connsiteY0" fmla="*/ 31131 h 62262"/>
                  <a:gd name="connsiteX1" fmla="*/ 716021 w 747152"/>
                  <a:gd name="connsiteY1" fmla="*/ 0 h 62262"/>
                  <a:gd name="connsiteX2" fmla="*/ 31131 w 747152"/>
                  <a:gd name="connsiteY2" fmla="*/ 0 h 62262"/>
                  <a:gd name="connsiteX3" fmla="*/ 0 w 747152"/>
                  <a:gd name="connsiteY3" fmla="*/ 31131 h 62262"/>
                  <a:gd name="connsiteX4" fmla="*/ 31131 w 747152"/>
                  <a:gd name="connsiteY4" fmla="*/ 62263 h 62262"/>
                  <a:gd name="connsiteX5" fmla="*/ 716021 w 747152"/>
                  <a:gd name="connsiteY5" fmla="*/ 62263 h 62262"/>
                  <a:gd name="connsiteX6" fmla="*/ 747152 w 747152"/>
                  <a:gd name="connsiteY6" fmla="*/ 31131 h 6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7152" h="62262">
                    <a:moveTo>
                      <a:pt x="747152" y="31131"/>
                    </a:moveTo>
                    <a:cubicBezTo>
                      <a:pt x="747152" y="13938"/>
                      <a:pt x="733215" y="0"/>
                      <a:pt x="716021" y="0"/>
                    </a:cubicBezTo>
                    <a:lnTo>
                      <a:pt x="31131" y="0"/>
                    </a:lnTo>
                    <a:cubicBezTo>
                      <a:pt x="13938" y="0"/>
                      <a:pt x="0" y="13938"/>
                      <a:pt x="0" y="31131"/>
                    </a:cubicBezTo>
                    <a:cubicBezTo>
                      <a:pt x="0" y="48325"/>
                      <a:pt x="13938" y="62263"/>
                      <a:pt x="31131" y="62263"/>
                    </a:cubicBezTo>
                    <a:lnTo>
                      <a:pt x="716021" y="62263"/>
                    </a:lnTo>
                    <a:cubicBezTo>
                      <a:pt x="733215" y="62263"/>
                      <a:pt x="747152" y="48325"/>
                      <a:pt x="747152" y="31131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A0AE6A4-18CD-1993-05F7-C25E3E9D8492}"/>
                  </a:ext>
                </a:extLst>
              </p:cNvPr>
              <p:cNvSpPr/>
              <p:nvPr/>
            </p:nvSpPr>
            <p:spPr>
              <a:xfrm>
                <a:off x="6786861" y="4214243"/>
                <a:ext cx="359895" cy="199829"/>
              </a:xfrm>
              <a:custGeom>
                <a:avLst/>
                <a:gdLst>
                  <a:gd name="connsiteX0" fmla="*/ 359795 w 359895"/>
                  <a:gd name="connsiteY0" fmla="*/ 33622 h 199829"/>
                  <a:gd name="connsiteX1" fmla="*/ 331253 w 359895"/>
                  <a:gd name="connsiteY1" fmla="*/ 100 h 199829"/>
                  <a:gd name="connsiteX2" fmla="*/ 328663 w 359895"/>
                  <a:gd name="connsiteY2" fmla="*/ 0 h 199829"/>
                  <a:gd name="connsiteX3" fmla="*/ 31234 w 359895"/>
                  <a:gd name="connsiteY3" fmla="*/ 0 h 199829"/>
                  <a:gd name="connsiteX4" fmla="*/ 0 w 359895"/>
                  <a:gd name="connsiteY4" fmla="*/ 31029 h 199829"/>
                  <a:gd name="connsiteX5" fmla="*/ 103 w 359895"/>
                  <a:gd name="connsiteY5" fmla="*/ 33653 h 199829"/>
                  <a:gd name="connsiteX6" fmla="*/ 194126 w 359895"/>
                  <a:gd name="connsiteY6" fmla="*/ 199259 h 199829"/>
                  <a:gd name="connsiteX7" fmla="*/ 359732 w 359895"/>
                  <a:gd name="connsiteY7" fmla="*/ 33653 h 199829"/>
                  <a:gd name="connsiteX8" fmla="*/ 180167 w 359895"/>
                  <a:gd name="connsiteY8" fmla="*/ 137507 h 199829"/>
                  <a:gd name="connsiteX9" fmla="*/ 70273 w 359895"/>
                  <a:gd name="connsiteY9" fmla="*/ 62263 h 199829"/>
                  <a:gd name="connsiteX10" fmla="*/ 290091 w 359895"/>
                  <a:gd name="connsiteY10" fmla="*/ 62263 h 199829"/>
                  <a:gd name="connsiteX11" fmla="*/ 180198 w 359895"/>
                  <a:gd name="connsiteY11" fmla="*/ 137507 h 199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9895" h="199829">
                    <a:moveTo>
                      <a:pt x="359795" y="33622"/>
                    </a:moveTo>
                    <a:cubicBezTo>
                      <a:pt x="361171" y="16484"/>
                      <a:pt x="348391" y="1476"/>
                      <a:pt x="331253" y="100"/>
                    </a:cubicBezTo>
                    <a:cubicBezTo>
                      <a:pt x="330391" y="31"/>
                      <a:pt x="329529" y="-3"/>
                      <a:pt x="328663" y="0"/>
                    </a:cubicBezTo>
                    <a:lnTo>
                      <a:pt x="31234" y="0"/>
                    </a:lnTo>
                    <a:cubicBezTo>
                      <a:pt x="14040" y="-56"/>
                      <a:pt x="56" y="13835"/>
                      <a:pt x="0" y="31029"/>
                    </a:cubicBezTo>
                    <a:cubicBezTo>
                      <a:pt x="-3" y="31904"/>
                      <a:pt x="31" y="32782"/>
                      <a:pt x="103" y="33653"/>
                    </a:cubicBezTo>
                    <a:cubicBezTo>
                      <a:pt x="7948" y="132962"/>
                      <a:pt x="94817" y="207108"/>
                      <a:pt x="194126" y="199259"/>
                    </a:cubicBezTo>
                    <a:cubicBezTo>
                      <a:pt x="282533" y="192277"/>
                      <a:pt x="352746" y="122060"/>
                      <a:pt x="359732" y="33653"/>
                    </a:cubicBezTo>
                    <a:close/>
                    <a:moveTo>
                      <a:pt x="180167" y="137507"/>
                    </a:moveTo>
                    <a:cubicBezTo>
                      <a:pt x="131648" y="137087"/>
                      <a:pt x="88211" y="107344"/>
                      <a:pt x="70273" y="62263"/>
                    </a:cubicBezTo>
                    <a:lnTo>
                      <a:pt x="290091" y="62263"/>
                    </a:lnTo>
                    <a:cubicBezTo>
                      <a:pt x="272216" y="107394"/>
                      <a:pt x="228741" y="137162"/>
                      <a:pt x="180198" y="137507"/>
                    </a:cubicBezTo>
                    <a:close/>
                  </a:path>
                </a:pathLst>
              </a:custGeom>
              <a:grpFill/>
              <a:ln w="31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67" name="Graphic 66" descr="Badge Question Mark with solid fill">
              <a:extLst>
                <a:ext uri="{FF2B5EF4-FFF2-40B4-BE49-F238E27FC236}">
                  <a16:creationId xmlns:a16="http://schemas.microsoft.com/office/drawing/2014/main" id="{46779060-F572-F7F2-93F2-9D76A3B6C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193056" y="1908935"/>
              <a:ext cx="1546075" cy="1546075"/>
            </a:xfrm>
            <a:prstGeom prst="rect">
              <a:avLst/>
            </a:prstGeom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C0415EF-AD5C-BFAD-15AA-3CC5A54BB1FB}"/>
                </a:ext>
              </a:extLst>
            </p:cNvPr>
            <p:cNvSpPr/>
            <p:nvPr/>
          </p:nvSpPr>
          <p:spPr>
            <a:xfrm>
              <a:off x="6926226" y="4581427"/>
              <a:ext cx="79734" cy="18467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57870B-E7BB-7074-DD9F-F892BDC1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291" y="429863"/>
            <a:ext cx="10618509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Dudas de la clase anterior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E655216-5994-DC77-00B0-D4C5E6E08591}"/>
              </a:ext>
            </a:extLst>
          </p:cNvPr>
          <p:cNvSpPr/>
          <p:nvPr/>
        </p:nvSpPr>
        <p:spPr>
          <a:xfrm>
            <a:off x="661762" y="4609707"/>
            <a:ext cx="3691915" cy="1746643"/>
          </a:xfrm>
          <a:prstGeom prst="rect">
            <a:avLst/>
          </a:prstGeom>
          <a:solidFill>
            <a:srgbClr val="F19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400" dirty="0" err="1"/>
              <a:t>debugging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7790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788911"/>
            <a:ext cx="7364361" cy="2321732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dirty="0">
                <a:latin typeface="Helvetica"/>
              </a:rPr>
              <a:t>Resolución de problemas con POO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3425816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15913"/>
            <a:ext cx="2949677" cy="6667564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40A95C9C-7B29-467A-A630-70DA619C1C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79" y="429863"/>
            <a:ext cx="10552522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1280" y="1436914"/>
            <a:ext cx="4741682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Observa la imagen y responde:</a:t>
            </a: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¿Qué muestra la imagen?</a:t>
            </a: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¿Qué clases podrías determinar a partir de la información mostrada?</a:t>
            </a: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Menciona los atributos de las clases propuestas.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F3692B-4D9F-3254-D25F-AC4BCEB43B8F}"/>
              </a:ext>
            </a:extLst>
          </p:cNvPr>
          <p:cNvSpPr txBox="1"/>
          <p:nvPr/>
        </p:nvSpPr>
        <p:spPr>
          <a:xfrm>
            <a:off x="248478" y="6286848"/>
            <a:ext cx="11105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https://imageresizer.static9.net.au/IW7maDjwtibKyc5SncYDM0HvNKQ=/1200x675/https%3A%2F%2Fprod.static9.net.au%2F_%2Fmedia%2F2018%2F04%2F19%2F10%2F39%2Fboardingpass.jpg</a:t>
            </a:r>
          </a:p>
        </p:txBody>
      </p:sp>
      <p:pic>
        <p:nvPicPr>
          <p:cNvPr id="2050" name="Picture 2" descr="What the codes on your boarding pass really mean - 9Travel">
            <a:extLst>
              <a:ext uri="{FF2B5EF4-FFF2-40B4-BE49-F238E27FC236}">
                <a16:creationId xmlns:a16="http://schemas.microsoft.com/office/drawing/2014/main" id="{E2B3A203-F25E-7AB9-FEBC-A7C8EFFE3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881" y="1207139"/>
            <a:ext cx="6736119" cy="3789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7DE0024-0A61-009B-B519-83F0E0ADA3B2}"/>
              </a:ext>
            </a:extLst>
          </p:cNvPr>
          <p:cNvGrpSpPr/>
          <p:nvPr/>
        </p:nvGrpSpPr>
        <p:grpSpPr>
          <a:xfrm>
            <a:off x="6530026" y="4627826"/>
            <a:ext cx="1338606" cy="1659022"/>
            <a:chOff x="6278252" y="4628561"/>
            <a:chExt cx="1338606" cy="165902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B2F1F6D-7ACC-3E19-E67D-6BE7B8A5637B}"/>
                </a:ext>
              </a:extLst>
            </p:cNvPr>
            <p:cNvSpPr/>
            <p:nvPr/>
          </p:nvSpPr>
          <p:spPr>
            <a:xfrm>
              <a:off x="6278252" y="4628561"/>
              <a:ext cx="1338606" cy="364172"/>
            </a:xfrm>
            <a:prstGeom prst="rect">
              <a:avLst/>
            </a:prstGeom>
            <a:grp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FF742C5-6CA8-AA5B-077D-0FFCB6523681}"/>
                </a:ext>
              </a:extLst>
            </p:cNvPr>
            <p:cNvSpPr/>
            <p:nvPr/>
          </p:nvSpPr>
          <p:spPr>
            <a:xfrm>
              <a:off x="6278252" y="4992733"/>
              <a:ext cx="1338606" cy="658128"/>
            </a:xfrm>
            <a:prstGeom prst="rect">
              <a:avLst/>
            </a:prstGeom>
            <a:grp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0D158F3-7400-01B9-9A26-2FE6C09FED46}"/>
                </a:ext>
              </a:extLst>
            </p:cNvPr>
            <p:cNvSpPr/>
            <p:nvPr/>
          </p:nvSpPr>
          <p:spPr>
            <a:xfrm>
              <a:off x="6278252" y="5642373"/>
              <a:ext cx="1338606" cy="645210"/>
            </a:xfrm>
            <a:prstGeom prst="rect">
              <a:avLst/>
            </a:prstGeom>
            <a:grp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BAAC54-BE33-61F4-9A7D-B3C949141FDC}"/>
              </a:ext>
            </a:extLst>
          </p:cNvPr>
          <p:cNvGrpSpPr/>
          <p:nvPr/>
        </p:nvGrpSpPr>
        <p:grpSpPr>
          <a:xfrm>
            <a:off x="8123155" y="4627826"/>
            <a:ext cx="1338606" cy="1659022"/>
            <a:chOff x="6278252" y="4628561"/>
            <a:chExt cx="1338606" cy="165902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D4E765-AFAD-CA90-3860-73AAB7B540F0}"/>
                </a:ext>
              </a:extLst>
            </p:cNvPr>
            <p:cNvSpPr/>
            <p:nvPr/>
          </p:nvSpPr>
          <p:spPr>
            <a:xfrm>
              <a:off x="6278252" y="4628561"/>
              <a:ext cx="1338606" cy="364172"/>
            </a:xfrm>
            <a:prstGeom prst="rect">
              <a:avLst/>
            </a:prstGeom>
            <a:grp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04B6AC-473F-5D1F-9775-0BA4F67015F6}"/>
                </a:ext>
              </a:extLst>
            </p:cNvPr>
            <p:cNvSpPr/>
            <p:nvPr/>
          </p:nvSpPr>
          <p:spPr>
            <a:xfrm>
              <a:off x="6278252" y="4992733"/>
              <a:ext cx="1338606" cy="658128"/>
            </a:xfrm>
            <a:prstGeom prst="rect">
              <a:avLst/>
            </a:prstGeom>
            <a:grp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C1BE96B-23B1-D402-7B33-524CFCBCF642}"/>
                </a:ext>
              </a:extLst>
            </p:cNvPr>
            <p:cNvSpPr/>
            <p:nvPr/>
          </p:nvSpPr>
          <p:spPr>
            <a:xfrm>
              <a:off x="6278252" y="5642373"/>
              <a:ext cx="1338606" cy="645210"/>
            </a:xfrm>
            <a:prstGeom prst="rect">
              <a:avLst/>
            </a:prstGeom>
            <a:grp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8BFA82-396A-3EAE-1BC3-59135BD48075}"/>
              </a:ext>
            </a:extLst>
          </p:cNvPr>
          <p:cNvGrpSpPr/>
          <p:nvPr/>
        </p:nvGrpSpPr>
        <p:grpSpPr>
          <a:xfrm>
            <a:off x="9678578" y="4627826"/>
            <a:ext cx="1338606" cy="1659022"/>
            <a:chOff x="6278252" y="4628561"/>
            <a:chExt cx="1338606" cy="165902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DB5CD70-4510-7C79-9995-6162617484B4}"/>
                </a:ext>
              </a:extLst>
            </p:cNvPr>
            <p:cNvSpPr/>
            <p:nvPr/>
          </p:nvSpPr>
          <p:spPr>
            <a:xfrm>
              <a:off x="6278252" y="4628561"/>
              <a:ext cx="1338606" cy="364172"/>
            </a:xfrm>
            <a:prstGeom prst="rect">
              <a:avLst/>
            </a:prstGeom>
            <a:grp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92828A6-92B3-B80A-BB34-46F0E2C4DA55}"/>
                </a:ext>
              </a:extLst>
            </p:cNvPr>
            <p:cNvSpPr/>
            <p:nvPr/>
          </p:nvSpPr>
          <p:spPr>
            <a:xfrm>
              <a:off x="6278252" y="4992733"/>
              <a:ext cx="1338606" cy="658128"/>
            </a:xfrm>
            <a:prstGeom prst="rect">
              <a:avLst/>
            </a:prstGeom>
            <a:grp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9BBF4DB-46BC-32B6-BEE0-673C3DC36283}"/>
                </a:ext>
              </a:extLst>
            </p:cNvPr>
            <p:cNvSpPr/>
            <p:nvPr/>
          </p:nvSpPr>
          <p:spPr>
            <a:xfrm>
              <a:off x="6278252" y="5642373"/>
              <a:ext cx="1338606" cy="645210"/>
            </a:xfrm>
            <a:prstGeom prst="rect">
              <a:avLst/>
            </a:prstGeom>
            <a:grp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desarrolla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programas con instrucciones try..catch..</a:t>
            </a:r>
            <a:r>
              <a:rPr lang="es-ES" dirty="0" err="1">
                <a:solidFill>
                  <a:schemeClr val="accent4"/>
                </a:solidFill>
              </a:rPr>
              <a:t>finally</a:t>
            </a:r>
            <a:r>
              <a:rPr lang="es-ES" dirty="0">
                <a:solidFill>
                  <a:schemeClr val="accent4"/>
                </a:solidFill>
              </a:rPr>
              <a:t> </a:t>
            </a:r>
            <a:r>
              <a:rPr lang="es-ES" dirty="0">
                <a:solidFill>
                  <a:srgbClr val="D3052C"/>
                </a:solidFill>
              </a:rPr>
              <a:t>utilizando un IDE Java </a:t>
            </a:r>
            <a:r>
              <a:rPr lang="es-ES" dirty="0">
                <a:solidFill>
                  <a:srgbClr val="7030A0"/>
                </a:solidFill>
              </a:rPr>
              <a:t>manejar errores en sus programas.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B77D-CEBE-2C98-CAEE-95363F339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159" y="1436915"/>
            <a:ext cx="5537219" cy="38418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muestra la imagen?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¿Cómo se soluciona el problema?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paradigma de programación se aplica?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¿Cómo te serviría implementar aplicaciones aplicando OO en tu vida profesional?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363618"/>
            <a:ext cx="6117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Desarrollar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programas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en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Java </a:t>
            </a:r>
            <a:r>
              <a:rPr lang="en-US" sz="2800" dirty="0" err="1">
                <a:latin typeface="Helvetica" pitchFamily="2" charset="0"/>
              </a:rPr>
              <a:t>aplicando</a:t>
            </a:r>
            <a:r>
              <a:rPr lang="en-US" sz="2800" dirty="0">
                <a:latin typeface="Helvetica" pitchFamily="2" charset="0"/>
              </a:rPr>
              <a:t> POO.</a:t>
            </a:r>
            <a:endParaRPr lang="es-ES" sz="2800" dirty="0">
              <a:latin typeface="Helvetica" pitchFamily="2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0BB0D5D-9AE7-982B-7C0F-A951FC01B0D2}"/>
              </a:ext>
            </a:extLst>
          </p:cNvPr>
          <p:cNvGrpSpPr/>
          <p:nvPr/>
        </p:nvGrpSpPr>
        <p:grpSpPr>
          <a:xfrm>
            <a:off x="6578882" y="1008291"/>
            <a:ext cx="4629587" cy="4841418"/>
            <a:chOff x="6955955" y="1007916"/>
            <a:chExt cx="4629587" cy="484141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F238A79-7E2C-2290-833A-F47063E1189E}"/>
                </a:ext>
              </a:extLst>
            </p:cNvPr>
            <p:cNvSpPr/>
            <p:nvPr/>
          </p:nvSpPr>
          <p:spPr>
            <a:xfrm>
              <a:off x="6955955" y="2757674"/>
              <a:ext cx="4629587" cy="3091660"/>
            </a:xfrm>
            <a:prstGeom prst="roundRect">
              <a:avLst>
                <a:gd name="adj" fmla="val 3770"/>
              </a:avLst>
            </a:prstGeom>
            <a:solidFill>
              <a:srgbClr val="8ED2C9"/>
            </a:solidFill>
            <a:ln w="19050">
              <a:solidFill>
                <a:srgbClr val="00AA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C87818-405A-4689-67EF-3A0A2D3BBFEC}"/>
                </a:ext>
              </a:extLst>
            </p:cNvPr>
            <p:cNvSpPr/>
            <p:nvPr/>
          </p:nvSpPr>
          <p:spPr>
            <a:xfrm>
              <a:off x="7635711" y="3387026"/>
              <a:ext cx="1762813" cy="414779"/>
            </a:xfrm>
            <a:prstGeom prst="rect">
              <a:avLst/>
            </a:prstGeom>
            <a:solidFill>
              <a:srgbClr val="00AA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1"/>
                  </a:solidFill>
                </a:rPr>
                <a:t>Alumno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746C27-1308-9E36-DD22-8DBC5521F9F8}"/>
                </a:ext>
              </a:extLst>
            </p:cNvPr>
            <p:cNvSpPr/>
            <p:nvPr/>
          </p:nvSpPr>
          <p:spPr>
            <a:xfrm>
              <a:off x="9472368" y="4094805"/>
              <a:ext cx="1762813" cy="414779"/>
            </a:xfrm>
            <a:prstGeom prst="rect">
              <a:avLst/>
            </a:prstGeom>
            <a:solidFill>
              <a:srgbClr val="00AA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1"/>
                  </a:solidFill>
                </a:rPr>
                <a:t>Matrícula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E5E853-FD82-17CC-AA11-71B25FB0A064}"/>
                </a:ext>
              </a:extLst>
            </p:cNvPr>
            <p:cNvSpPr/>
            <p:nvPr/>
          </p:nvSpPr>
          <p:spPr>
            <a:xfrm>
              <a:off x="7276708" y="4349627"/>
              <a:ext cx="1762813" cy="414779"/>
            </a:xfrm>
            <a:prstGeom prst="rect">
              <a:avLst/>
            </a:prstGeom>
            <a:solidFill>
              <a:srgbClr val="00AA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1"/>
                  </a:solidFill>
                </a:rPr>
                <a:t>Curso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E1F881C-9778-D2CF-9C3E-0D77788E80E5}"/>
                </a:ext>
              </a:extLst>
            </p:cNvPr>
            <p:cNvSpPr/>
            <p:nvPr/>
          </p:nvSpPr>
          <p:spPr>
            <a:xfrm>
              <a:off x="8921686" y="5100169"/>
              <a:ext cx="1762813" cy="414779"/>
            </a:xfrm>
            <a:prstGeom prst="rect">
              <a:avLst/>
            </a:prstGeom>
            <a:solidFill>
              <a:srgbClr val="00AA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1"/>
                  </a:solidFill>
                </a:rPr>
                <a:t>Reporte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95D0601-C5A7-1EF4-CEC1-CB6CD92B80B3}"/>
                </a:ext>
              </a:extLst>
            </p:cNvPr>
            <p:cNvSpPr txBox="1"/>
            <p:nvPr/>
          </p:nvSpPr>
          <p:spPr>
            <a:xfrm>
              <a:off x="7106785" y="2842936"/>
              <a:ext cx="9701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tx1"/>
                  </a:solidFill>
                </a:rPr>
                <a:t>Programa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F739A59-4A89-97D1-24BD-AAA77BBE87B7}"/>
                </a:ext>
              </a:extLst>
            </p:cNvPr>
            <p:cNvCxnSpPr>
              <a:stCxn id="6" idx="2"/>
              <a:endCxn id="9" idx="1"/>
            </p:cNvCxnSpPr>
            <p:nvPr/>
          </p:nvCxnSpPr>
          <p:spPr>
            <a:xfrm>
              <a:off x="8517118" y="3801805"/>
              <a:ext cx="955250" cy="500390"/>
            </a:xfrm>
            <a:prstGeom prst="straightConnector1">
              <a:avLst/>
            </a:prstGeom>
            <a:ln w="19050">
              <a:solidFill>
                <a:srgbClr val="FF7A5A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99AF06E-C9A2-F4DD-4713-4DD528D587AE}"/>
                </a:ext>
              </a:extLst>
            </p:cNvPr>
            <p:cNvCxnSpPr>
              <a:cxnSpLocks/>
              <a:stCxn id="10" idx="3"/>
              <a:endCxn id="9" idx="1"/>
            </p:cNvCxnSpPr>
            <p:nvPr/>
          </p:nvCxnSpPr>
          <p:spPr>
            <a:xfrm flipV="1">
              <a:off x="9039521" y="4302195"/>
              <a:ext cx="432847" cy="254822"/>
            </a:xfrm>
            <a:prstGeom prst="straightConnector1">
              <a:avLst/>
            </a:prstGeom>
            <a:ln w="19050">
              <a:solidFill>
                <a:srgbClr val="FF7A5A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12401D2-F625-7028-7B5F-5DB23A1BCA41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9803093" y="4509584"/>
              <a:ext cx="550681" cy="590585"/>
            </a:xfrm>
            <a:prstGeom prst="straightConnector1">
              <a:avLst/>
            </a:prstGeom>
            <a:ln w="19050">
              <a:solidFill>
                <a:srgbClr val="FF7A5A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318643B-81EC-36DE-BFC6-469410D871E4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H="1" flipV="1">
              <a:off x="8158115" y="4764406"/>
              <a:ext cx="1644977" cy="335763"/>
            </a:xfrm>
            <a:prstGeom prst="straightConnector1">
              <a:avLst/>
            </a:prstGeom>
            <a:ln w="19050">
              <a:solidFill>
                <a:srgbClr val="FF7A5A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775FE90-A754-C6A5-F9AA-F36AB1C8158E}"/>
                </a:ext>
              </a:extLst>
            </p:cNvPr>
            <p:cNvCxnSpPr>
              <a:cxnSpLocks/>
              <a:stCxn id="11" idx="0"/>
              <a:endCxn id="6" idx="2"/>
            </p:cNvCxnSpPr>
            <p:nvPr/>
          </p:nvCxnSpPr>
          <p:spPr>
            <a:xfrm flipH="1" flipV="1">
              <a:off x="8517118" y="3801805"/>
              <a:ext cx="1285975" cy="1298364"/>
            </a:xfrm>
            <a:prstGeom prst="straightConnector1">
              <a:avLst/>
            </a:prstGeom>
            <a:ln w="19050">
              <a:solidFill>
                <a:srgbClr val="FF7A5A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5E1DC85-FF45-9EC5-6D5F-8584639A5B2A}"/>
                </a:ext>
              </a:extLst>
            </p:cNvPr>
            <p:cNvSpPr/>
            <p:nvPr/>
          </p:nvSpPr>
          <p:spPr>
            <a:xfrm>
              <a:off x="6955955" y="1357460"/>
              <a:ext cx="4629587" cy="876710"/>
            </a:xfrm>
            <a:prstGeom prst="roundRect">
              <a:avLst/>
            </a:prstGeom>
            <a:solidFill>
              <a:srgbClr val="FCF4D9"/>
            </a:solidFill>
            <a:ln w="19050">
              <a:solidFill>
                <a:srgbClr val="FFB8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Una universidad quiere implementar un sistema…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8B94863-EC7B-1E75-7BFE-58A279F16CC2}"/>
                </a:ext>
              </a:extLst>
            </p:cNvPr>
            <p:cNvSpPr txBox="1"/>
            <p:nvPr/>
          </p:nvSpPr>
          <p:spPr>
            <a:xfrm>
              <a:off x="10743645" y="2409995"/>
              <a:ext cx="8418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i="1" dirty="0">
                  <a:solidFill>
                    <a:schemeClr val="bg1">
                      <a:lumMod val="50000"/>
                    </a:schemeClr>
                  </a:solidFill>
                </a:rPr>
                <a:t>solución</a:t>
              </a:r>
              <a:endParaRPr lang="en-US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EEEA51C-7E8D-306A-BD8B-5667F6F743ED}"/>
                </a:ext>
              </a:extLst>
            </p:cNvPr>
            <p:cNvSpPr txBox="1"/>
            <p:nvPr/>
          </p:nvSpPr>
          <p:spPr>
            <a:xfrm>
              <a:off x="10655479" y="1007916"/>
              <a:ext cx="9300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i="1" dirty="0">
                  <a:solidFill>
                    <a:schemeClr val="bg1">
                      <a:lumMod val="50000"/>
                    </a:schemeClr>
                  </a:solidFill>
                </a:rPr>
                <a:t>problema</a:t>
              </a:r>
              <a:endParaRPr lang="en-US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POO 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0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F1A17F9-3BE1-768B-07D2-6FD713BC6DF1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POO 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27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C3DC5F-44BF-ADE2-3842-73D729E9F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y Objeto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1F81F1-5A62-1178-BF7C-C0311CE5D1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9F705-7365-89BB-C95C-ADF94AC7331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POO (repaso)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B8F8D8-F8E3-B45C-270A-5AD8110912A3}"/>
              </a:ext>
            </a:extLst>
          </p:cNvPr>
          <p:cNvGrpSpPr/>
          <p:nvPr/>
        </p:nvGrpSpPr>
        <p:grpSpPr>
          <a:xfrm>
            <a:off x="4033558" y="1522997"/>
            <a:ext cx="2810774" cy="2829829"/>
            <a:chOff x="9394257" y="2098307"/>
            <a:chExt cx="2358189" cy="2829829"/>
          </a:xfrm>
          <a:effectLst/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AAA2F6B-7AA9-D6D3-BD4D-E70C0A4F05A6}"/>
                </a:ext>
              </a:extLst>
            </p:cNvPr>
            <p:cNvSpPr/>
            <p:nvPr/>
          </p:nvSpPr>
          <p:spPr>
            <a:xfrm>
              <a:off x="9394257" y="2098307"/>
              <a:ext cx="2358189" cy="51013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2"/>
                  </a:solidFill>
                </a:rPr>
                <a:t>Rectángulo</a:t>
              </a:r>
              <a:endParaRPr lang="en-US" sz="1800" dirty="0">
                <a:solidFill>
                  <a:schemeClr val="bg2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04B5B8-CD15-A388-E54E-6959C4DD6C0E}"/>
                </a:ext>
              </a:extLst>
            </p:cNvPr>
            <p:cNvSpPr/>
            <p:nvPr/>
          </p:nvSpPr>
          <p:spPr>
            <a:xfrm>
              <a:off x="9394257" y="2608446"/>
              <a:ext cx="2358189" cy="129941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2"/>
                  </a:solidFill>
                </a:rPr>
                <a:t>- </a:t>
              </a:r>
              <a:r>
                <a:rPr lang="es-ES" sz="1800" dirty="0">
                  <a:solidFill>
                    <a:srgbClr val="C00000"/>
                  </a:solidFill>
                </a:rPr>
                <a:t>ancho: </a:t>
              </a:r>
              <a:r>
                <a:rPr lang="es-ES" sz="1800" dirty="0" err="1">
                  <a:solidFill>
                    <a:srgbClr val="C00000"/>
                  </a:solidFill>
                </a:rPr>
                <a:t>double</a:t>
              </a:r>
              <a:endParaRPr lang="es-ES" sz="1800" dirty="0">
                <a:solidFill>
                  <a:srgbClr val="C00000"/>
                </a:solidFill>
              </a:endParaRPr>
            </a:p>
            <a:p>
              <a:r>
                <a:rPr lang="es-ES" sz="1800" dirty="0">
                  <a:solidFill>
                    <a:schemeClr val="bg2"/>
                  </a:solidFill>
                </a:rPr>
                <a:t>- </a:t>
              </a:r>
              <a:r>
                <a:rPr lang="es-ES" sz="1800" dirty="0">
                  <a:solidFill>
                    <a:srgbClr val="C00000"/>
                  </a:solidFill>
                </a:rPr>
                <a:t>largo: </a:t>
              </a:r>
              <a:r>
                <a:rPr lang="es-ES" sz="1800" dirty="0" err="1">
                  <a:solidFill>
                    <a:srgbClr val="C00000"/>
                  </a:solidFill>
                </a:rPr>
                <a:t>double</a:t>
              </a:r>
              <a:endParaRPr lang="es-ES" sz="1800" dirty="0">
                <a:solidFill>
                  <a:srgbClr val="C00000"/>
                </a:solidFill>
              </a:endParaRPr>
            </a:p>
            <a:p>
              <a:r>
                <a:rPr lang="es-ES" sz="1800" dirty="0">
                  <a:solidFill>
                    <a:schemeClr val="bg2"/>
                  </a:solidFill>
                </a:rPr>
                <a:t>- </a:t>
              </a:r>
              <a:r>
                <a:rPr lang="es-ES" sz="1800" dirty="0" err="1">
                  <a:solidFill>
                    <a:schemeClr val="accent4">
                      <a:lumMod val="75000"/>
                    </a:schemeClr>
                  </a:solidFill>
                </a:rPr>
                <a:t>colorLinea</a:t>
              </a:r>
              <a:r>
                <a:rPr lang="es-ES" sz="1800" dirty="0">
                  <a:solidFill>
                    <a:schemeClr val="accent4">
                      <a:lumMod val="75000"/>
                    </a:schemeClr>
                  </a:solidFill>
                </a:rPr>
                <a:t>: </a:t>
              </a:r>
              <a:r>
                <a:rPr lang="es-ES" sz="1800" dirty="0" err="1">
                  <a:solidFill>
                    <a:schemeClr val="accent4">
                      <a:lumMod val="75000"/>
                    </a:schemeClr>
                  </a:solidFill>
                </a:rPr>
                <a:t>String</a:t>
              </a:r>
              <a:endParaRPr lang="es-ES" sz="1800" dirty="0">
                <a:solidFill>
                  <a:schemeClr val="accent4">
                    <a:lumMod val="75000"/>
                  </a:schemeClr>
                </a:solidFill>
              </a:endParaRPr>
            </a:p>
            <a:p>
              <a:r>
                <a:rPr lang="es-ES" sz="1800" dirty="0">
                  <a:solidFill>
                    <a:schemeClr val="bg2"/>
                  </a:solidFill>
                </a:rPr>
                <a:t>- </a:t>
              </a:r>
              <a:r>
                <a:rPr lang="es-ES" sz="1800" dirty="0" err="1">
                  <a:solidFill>
                    <a:schemeClr val="accent4">
                      <a:lumMod val="75000"/>
                    </a:schemeClr>
                  </a:solidFill>
                </a:rPr>
                <a:t>colorFondo</a:t>
              </a:r>
              <a:r>
                <a:rPr lang="es-ES" sz="1800" dirty="0">
                  <a:solidFill>
                    <a:schemeClr val="accent4">
                      <a:lumMod val="75000"/>
                    </a:schemeClr>
                  </a:solidFill>
                </a:rPr>
                <a:t>: </a:t>
              </a:r>
              <a:r>
                <a:rPr lang="es-ES" sz="1800" dirty="0" err="1">
                  <a:solidFill>
                    <a:schemeClr val="accent4">
                      <a:lumMod val="75000"/>
                    </a:schemeClr>
                  </a:solidFill>
                </a:rPr>
                <a:t>String</a:t>
              </a:r>
              <a:endParaRPr lang="es-ES" sz="18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414C58-63E9-BD8D-BE56-2CB6328BC4C7}"/>
                </a:ext>
              </a:extLst>
            </p:cNvPr>
            <p:cNvSpPr/>
            <p:nvPr/>
          </p:nvSpPr>
          <p:spPr>
            <a:xfrm>
              <a:off x="9394257" y="3907858"/>
              <a:ext cx="2358189" cy="10202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2"/>
                  </a:solidFill>
                </a:rPr>
                <a:t>+ </a:t>
              </a:r>
              <a:r>
                <a:rPr lang="es-ES" sz="1800" dirty="0">
                  <a:solidFill>
                    <a:srgbClr val="00B050"/>
                  </a:solidFill>
                </a:rPr>
                <a:t>dibujar</a:t>
              </a:r>
              <a:r>
                <a:rPr lang="es-ES" sz="1800" dirty="0">
                  <a:solidFill>
                    <a:schemeClr val="bg2"/>
                  </a:solidFill>
                </a:rPr>
                <a:t>(): </a:t>
              </a:r>
              <a:r>
                <a:rPr lang="es-ES" sz="1800" dirty="0" err="1">
                  <a:solidFill>
                    <a:schemeClr val="bg2"/>
                  </a:solidFill>
                </a:rPr>
                <a:t>void</a:t>
              </a:r>
              <a:endParaRPr lang="es-ES" sz="1800" dirty="0">
                <a:solidFill>
                  <a:schemeClr val="bg2"/>
                </a:solidFill>
              </a:endParaRPr>
            </a:p>
            <a:p>
              <a:r>
                <a:rPr lang="es-ES" sz="1800" dirty="0">
                  <a:solidFill>
                    <a:schemeClr val="bg2"/>
                  </a:solidFill>
                </a:rPr>
                <a:t>+ </a:t>
              </a:r>
              <a:r>
                <a:rPr lang="es-ES" sz="1800" dirty="0">
                  <a:solidFill>
                    <a:srgbClr val="00B050"/>
                  </a:solidFill>
                </a:rPr>
                <a:t>mover</a:t>
              </a:r>
              <a:r>
                <a:rPr lang="es-ES" sz="1800" dirty="0">
                  <a:solidFill>
                    <a:schemeClr val="bg2"/>
                  </a:solidFill>
                </a:rPr>
                <a:t>(): </a:t>
              </a:r>
              <a:r>
                <a:rPr lang="es-ES" sz="1800" dirty="0" err="1">
                  <a:solidFill>
                    <a:schemeClr val="bg2"/>
                  </a:solidFill>
                </a:rPr>
                <a:t>void</a:t>
              </a:r>
              <a:endParaRPr lang="es-ES" sz="1800" dirty="0">
                <a:solidFill>
                  <a:schemeClr val="bg2"/>
                </a:solidFill>
              </a:endParaRPr>
            </a:p>
            <a:p>
              <a:r>
                <a:rPr lang="es-ES" sz="1800" dirty="0">
                  <a:solidFill>
                    <a:schemeClr val="bg2"/>
                  </a:solidFill>
                </a:rPr>
                <a:t>+ </a:t>
              </a:r>
              <a:r>
                <a:rPr lang="es-ES" sz="1800" dirty="0">
                  <a:solidFill>
                    <a:srgbClr val="00B050"/>
                  </a:solidFill>
                </a:rPr>
                <a:t>redimensionar</a:t>
              </a:r>
              <a:r>
                <a:rPr lang="es-ES" sz="1800" dirty="0">
                  <a:solidFill>
                    <a:schemeClr val="bg2"/>
                  </a:solidFill>
                </a:rPr>
                <a:t>(): </a:t>
              </a:r>
              <a:r>
                <a:rPr lang="es-ES" sz="1800" dirty="0" err="1">
                  <a:solidFill>
                    <a:schemeClr val="bg2"/>
                  </a:solidFill>
                </a:rPr>
                <a:t>void</a:t>
              </a:r>
              <a:endParaRPr lang="es-ES" sz="1800" dirty="0">
                <a:solidFill>
                  <a:schemeClr val="bg2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BB337-4FBE-A226-B6DD-DBBEF63C99C0}"/>
              </a:ext>
            </a:extLst>
          </p:cNvPr>
          <p:cNvSpPr/>
          <p:nvPr/>
        </p:nvSpPr>
        <p:spPr>
          <a:xfrm>
            <a:off x="4033557" y="5042896"/>
            <a:ext cx="2810773" cy="10772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largo = 4.98</a:t>
            </a:r>
          </a:p>
          <a:p>
            <a:pPr algn="ct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ancho = 2.18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9B17AC2A-7B4A-C94F-640A-15F493ED4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0553" y="1325825"/>
            <a:ext cx="3581458" cy="3027001"/>
          </a:xfrm>
          <a:prstGeom prst="foldedCorner">
            <a:avLst>
              <a:gd name="adj" fmla="val 7087"/>
            </a:avLst>
          </a:prstGeom>
          <a:solidFill>
            <a:srgbClr val="5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Rectangulo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ancho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private 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largo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private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colorLinea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private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colorFondo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public void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dibujar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mover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redimensionar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B91CB56-CCC8-FFD2-94A0-36C81E624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0552" y="4614053"/>
            <a:ext cx="3581457" cy="1730556"/>
          </a:xfrm>
          <a:prstGeom prst="foldedCorner">
            <a:avLst>
              <a:gd name="adj" fmla="val 13399"/>
            </a:avLst>
          </a:prstGeom>
          <a:solidFill>
            <a:srgbClr val="5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Rectangulo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rec1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Rectangulo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rec1.setLargo(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4.98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rec1.setAncho(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2.18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rec1.setColorFondo(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"celeste"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rec1.setColorLinea(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azul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4585F9-584C-74CE-9F0D-54940CDC19A2}"/>
              </a:ext>
            </a:extLst>
          </p:cNvPr>
          <p:cNvSpPr txBox="1"/>
          <p:nvPr/>
        </p:nvSpPr>
        <p:spPr>
          <a:xfrm>
            <a:off x="1857080" y="2856322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Clase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BBB144-AF29-444E-E64A-259FF4780349}"/>
              </a:ext>
            </a:extLst>
          </p:cNvPr>
          <p:cNvSpPr txBox="1"/>
          <p:nvPr/>
        </p:nvSpPr>
        <p:spPr>
          <a:xfrm>
            <a:off x="1857080" y="5248498"/>
            <a:ext cx="1091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Objeto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DC3EBE-9FF9-9711-F47C-F16925C1795D}"/>
              </a:ext>
            </a:extLst>
          </p:cNvPr>
          <p:cNvSpPr txBox="1"/>
          <p:nvPr/>
        </p:nvSpPr>
        <p:spPr>
          <a:xfrm>
            <a:off x="4033557" y="4714152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rec1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60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C3DC5F-44BF-ADE2-3842-73D729E9F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Getters</a:t>
            </a:r>
            <a:r>
              <a:rPr lang="es-ES" dirty="0"/>
              <a:t> &amp; </a:t>
            </a:r>
            <a:r>
              <a:rPr lang="es-ES" dirty="0" err="1"/>
              <a:t>Setters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1F81F1-5A62-1178-BF7C-C0311CE5D1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9F705-7365-89BB-C95C-ADF94AC7331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POO (repaso)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233E1C-87EE-26CF-DCF7-2174874CD27C}"/>
              </a:ext>
            </a:extLst>
          </p:cNvPr>
          <p:cNvGrpSpPr/>
          <p:nvPr/>
        </p:nvGrpSpPr>
        <p:grpSpPr>
          <a:xfrm>
            <a:off x="2845263" y="1788551"/>
            <a:ext cx="3365370" cy="4032346"/>
            <a:chOff x="6512289" y="1156420"/>
            <a:chExt cx="3365370" cy="403234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76143526-0707-3275-481F-AC71C17CE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2289" y="1156420"/>
              <a:ext cx="3365370" cy="4032346"/>
            </a:xfrm>
            <a:prstGeom prst="roundRect">
              <a:avLst>
                <a:gd name="adj" fmla="val 2632"/>
              </a:avLst>
            </a:prstGeom>
            <a:solidFill>
              <a:srgbClr val="5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108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public class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Alumno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{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private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String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nombre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private int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edad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private int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PC1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public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String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getNombre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() {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return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nombre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}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public int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getEdad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() {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return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edad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}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public int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getPC1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() {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return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PC1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}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1789E08-3809-E418-34EA-B33199F81E87}"/>
                </a:ext>
              </a:extLst>
            </p:cNvPr>
            <p:cNvSpPr/>
            <p:nvPr/>
          </p:nvSpPr>
          <p:spPr>
            <a:xfrm>
              <a:off x="6735455" y="1555766"/>
              <a:ext cx="86602" cy="86602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8B0D666-D936-0D91-8D06-6F249FD8AC16}"/>
                </a:ext>
              </a:extLst>
            </p:cNvPr>
            <p:cNvSpPr/>
            <p:nvPr/>
          </p:nvSpPr>
          <p:spPr>
            <a:xfrm>
              <a:off x="6735455" y="1786814"/>
              <a:ext cx="86602" cy="86602"/>
            </a:xfrm>
            <a:prstGeom prst="roundRect">
              <a:avLst>
                <a:gd name="adj" fmla="val 50000"/>
              </a:avLst>
            </a:prstGeom>
            <a:solidFill>
              <a:srgbClr val="FF0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FBF757C-54C6-A897-9AF1-3774D21DBDB8}"/>
                </a:ext>
              </a:extLst>
            </p:cNvPr>
            <p:cNvSpPr/>
            <p:nvPr/>
          </p:nvSpPr>
          <p:spPr>
            <a:xfrm>
              <a:off x="6735455" y="2007829"/>
              <a:ext cx="86602" cy="86602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D69B24D-DA15-6C24-9BC6-2B1AD1B908FB}"/>
                </a:ext>
              </a:extLst>
            </p:cNvPr>
            <p:cNvSpPr/>
            <p:nvPr/>
          </p:nvSpPr>
          <p:spPr>
            <a:xfrm>
              <a:off x="6735455" y="2436674"/>
              <a:ext cx="69163" cy="586039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BC63F3A-4B8D-2E2C-C68D-7F3FE3A0A93A}"/>
                </a:ext>
              </a:extLst>
            </p:cNvPr>
            <p:cNvSpPr/>
            <p:nvPr/>
          </p:nvSpPr>
          <p:spPr>
            <a:xfrm>
              <a:off x="6735455" y="3361783"/>
              <a:ext cx="69163" cy="586039"/>
            </a:xfrm>
            <a:prstGeom prst="roundRect">
              <a:avLst>
                <a:gd name="adj" fmla="val 50000"/>
              </a:avLst>
            </a:prstGeom>
            <a:solidFill>
              <a:srgbClr val="FF0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47AC4E5-2C12-FBFA-F0CF-2C2EC893E45E}"/>
                </a:ext>
              </a:extLst>
            </p:cNvPr>
            <p:cNvSpPr/>
            <p:nvPr/>
          </p:nvSpPr>
          <p:spPr>
            <a:xfrm>
              <a:off x="6735455" y="4284500"/>
              <a:ext cx="69163" cy="5860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5C6C0CA-CCE6-0CB5-D802-5B6B4EB3F920}"/>
              </a:ext>
            </a:extLst>
          </p:cNvPr>
          <p:cNvGrpSpPr/>
          <p:nvPr/>
        </p:nvGrpSpPr>
        <p:grpSpPr>
          <a:xfrm>
            <a:off x="6726649" y="1788551"/>
            <a:ext cx="3514186" cy="4032346"/>
            <a:chOff x="6528686" y="1146317"/>
            <a:chExt cx="3514186" cy="403234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527B1BC7-8518-A40F-DDD9-6D34ADA61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8686" y="1146317"/>
              <a:ext cx="3514186" cy="4032346"/>
            </a:xfrm>
            <a:prstGeom prst="roundRect">
              <a:avLst>
                <a:gd name="adj" fmla="val 3563"/>
              </a:avLst>
            </a:prstGeom>
            <a:solidFill>
              <a:srgbClr val="5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public class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Alumno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{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private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String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nombre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private int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edad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private int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PC1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public void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setNombre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(String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B189F5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nombre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 {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this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.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nombre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=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B189F5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nombre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}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public void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setEdad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int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B189F5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edad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 {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this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.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edad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=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B189F5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edad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}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public void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setPC1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int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B189F5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PC1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 {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this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.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PC1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=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B189F5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PC1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}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F65084C-8A33-30C2-E22D-B388DA4FCBD0}"/>
                </a:ext>
              </a:extLst>
            </p:cNvPr>
            <p:cNvSpPr/>
            <p:nvPr/>
          </p:nvSpPr>
          <p:spPr>
            <a:xfrm>
              <a:off x="6735455" y="1555766"/>
              <a:ext cx="86602" cy="86602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02A22C5-1FC9-4374-514F-30E71B766EA2}"/>
                </a:ext>
              </a:extLst>
            </p:cNvPr>
            <p:cNvSpPr/>
            <p:nvPr/>
          </p:nvSpPr>
          <p:spPr>
            <a:xfrm>
              <a:off x="6735455" y="1786814"/>
              <a:ext cx="86602" cy="86602"/>
            </a:xfrm>
            <a:prstGeom prst="roundRect">
              <a:avLst>
                <a:gd name="adj" fmla="val 50000"/>
              </a:avLst>
            </a:prstGeom>
            <a:solidFill>
              <a:srgbClr val="FF0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E4BE62D-DE7D-5D17-D227-1BC52935B697}"/>
                </a:ext>
              </a:extLst>
            </p:cNvPr>
            <p:cNvSpPr/>
            <p:nvPr/>
          </p:nvSpPr>
          <p:spPr>
            <a:xfrm>
              <a:off x="6735455" y="2007829"/>
              <a:ext cx="86602" cy="86602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56DA46A-6F94-6BA9-B076-CD50BE0C0861}"/>
                </a:ext>
              </a:extLst>
            </p:cNvPr>
            <p:cNvSpPr/>
            <p:nvPr/>
          </p:nvSpPr>
          <p:spPr>
            <a:xfrm>
              <a:off x="6735455" y="2436674"/>
              <a:ext cx="69163" cy="586039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0DBDA68-216E-4AB9-9226-FC60CD43A2A3}"/>
                </a:ext>
              </a:extLst>
            </p:cNvPr>
            <p:cNvSpPr/>
            <p:nvPr/>
          </p:nvSpPr>
          <p:spPr>
            <a:xfrm>
              <a:off x="6735455" y="3361783"/>
              <a:ext cx="69163" cy="586039"/>
            </a:xfrm>
            <a:prstGeom prst="roundRect">
              <a:avLst>
                <a:gd name="adj" fmla="val 50000"/>
              </a:avLst>
            </a:prstGeom>
            <a:solidFill>
              <a:srgbClr val="FF0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B9C6B3D-4914-2B2C-5BEC-C56A05916084}"/>
                </a:ext>
              </a:extLst>
            </p:cNvPr>
            <p:cNvSpPr/>
            <p:nvPr/>
          </p:nvSpPr>
          <p:spPr>
            <a:xfrm>
              <a:off x="6735455" y="4284500"/>
              <a:ext cx="69163" cy="5860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9E28AC2D-4826-742C-931A-5709602BC2A7}"/>
              </a:ext>
            </a:extLst>
          </p:cNvPr>
          <p:cNvSpPr txBox="1"/>
          <p:nvPr/>
        </p:nvSpPr>
        <p:spPr>
          <a:xfrm>
            <a:off x="5218899" y="5356680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i="1" dirty="0" err="1">
                <a:solidFill>
                  <a:srgbClr val="FB838D"/>
                </a:solidFill>
              </a:rPr>
              <a:t>getters</a:t>
            </a:r>
            <a:endParaRPr lang="en-US" sz="2000" i="1" dirty="0">
              <a:solidFill>
                <a:srgbClr val="FB838D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BF7C44-F963-2047-F00F-8ACD003E2148}"/>
              </a:ext>
            </a:extLst>
          </p:cNvPr>
          <p:cNvSpPr txBox="1"/>
          <p:nvPr/>
        </p:nvSpPr>
        <p:spPr>
          <a:xfrm>
            <a:off x="9240682" y="5356680"/>
            <a:ext cx="952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i="1" dirty="0" err="1">
                <a:solidFill>
                  <a:srgbClr val="FB838D"/>
                </a:solidFill>
              </a:rPr>
              <a:t>setters</a:t>
            </a:r>
            <a:endParaRPr lang="en-US" sz="2000" i="1" dirty="0">
              <a:solidFill>
                <a:srgbClr val="FB83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87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C95A1-585B-084D-82F5-C9673460C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Constructores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15FC4E-A528-D663-7B52-A2E1D53FC1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56FD62-33DC-29E4-00DE-D0B21658F99F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POO (repaso)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69407AE-353E-6E97-A084-69EC34BC7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020" y="1576924"/>
            <a:ext cx="4260915" cy="4682661"/>
          </a:xfrm>
          <a:prstGeom prst="roundRect">
            <a:avLst>
              <a:gd name="adj" fmla="val 3479"/>
            </a:avLst>
          </a:prstGeom>
          <a:solidFill>
            <a:srgbClr val="5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B90D140-CE91-5365-6373-3090F35B7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083" y="3337014"/>
            <a:ext cx="5676424" cy="2915725"/>
          </a:xfrm>
          <a:prstGeom prst="roundRect">
            <a:avLst>
              <a:gd name="adj" fmla="val 4582"/>
            </a:avLst>
          </a:prstGeom>
          <a:solidFill>
            <a:srgbClr val="2E471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Box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"Volume = %9.2f cm3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myBox.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myBox.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myBox.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Box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yourBox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12.5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13.7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10.4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"Volume = %9.2f cm3"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yourBox.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yourBox.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yourBox.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C6A87-B165-E844-2D21-A170C4D7F322}"/>
              </a:ext>
            </a:extLst>
          </p:cNvPr>
          <p:cNvSpPr txBox="1"/>
          <p:nvPr/>
        </p:nvSpPr>
        <p:spPr>
          <a:xfrm>
            <a:off x="5876083" y="1576924"/>
            <a:ext cx="5477717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Tipos: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Vacío o por defecto.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Parametrizado completo.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Parametrizado sobrecargado.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602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2633-0951-8D97-A35B-9ECCB0F9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Procedimientos y funciones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BEFA09-22D1-D28D-5B76-03B2F79CCC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53FDB-B36F-67AD-7B90-37645ABDAF44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POO (repaso)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704A86-6CCE-9FB8-64AF-011A54C5D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5176" y="1454852"/>
            <a:ext cx="4612689" cy="4986341"/>
          </a:xfrm>
          <a:prstGeom prst="roundRect">
            <a:avLst>
              <a:gd name="adj" fmla="val 3446"/>
            </a:avLst>
          </a:prstGeom>
          <a:solidFill>
            <a:srgbClr val="5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arraycopy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calcularPromedio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: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Promedio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%.2f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/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27B6E06-B6E0-9A8C-B6BB-4AC130551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014" y="1462609"/>
            <a:ext cx="4760376" cy="4986341"/>
          </a:xfrm>
          <a:prstGeom prst="roundRect">
            <a:avLst>
              <a:gd name="adj" fmla="val 3562"/>
            </a:avLst>
          </a:prstGeom>
          <a:solidFill>
            <a:srgbClr val="5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arraycopy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obtenerMaximo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776DA9-049A-9722-E2E5-6B7D7D6AA63A}"/>
              </a:ext>
            </a:extLst>
          </p:cNvPr>
          <p:cNvSpPr txBox="1"/>
          <p:nvPr/>
        </p:nvSpPr>
        <p:spPr>
          <a:xfrm>
            <a:off x="4300317" y="5956240"/>
            <a:ext cx="1795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i="1" dirty="0">
                <a:solidFill>
                  <a:srgbClr val="FB838D"/>
                </a:solidFill>
              </a:rPr>
              <a:t>procedimiento</a:t>
            </a:r>
            <a:endParaRPr lang="en-US" sz="2000" i="1" dirty="0">
              <a:solidFill>
                <a:srgbClr val="FB838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39074-5EF0-8FEA-31E2-5AE199AD83C9}"/>
              </a:ext>
            </a:extLst>
          </p:cNvPr>
          <p:cNvSpPr txBox="1"/>
          <p:nvPr/>
        </p:nvSpPr>
        <p:spPr>
          <a:xfrm>
            <a:off x="10341985" y="595624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i="1" dirty="0">
                <a:solidFill>
                  <a:srgbClr val="FB838D"/>
                </a:solidFill>
              </a:rPr>
              <a:t>función</a:t>
            </a:r>
            <a:endParaRPr lang="en-US" sz="2000" i="1" dirty="0">
              <a:solidFill>
                <a:srgbClr val="FB83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2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5D4E-2CDB-6DCB-016F-61D5AD4E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escritura y sobrecarga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730F83-9032-238C-4E1C-3AF3C36F56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DCFE9A-C48B-36CE-3C98-EF7423B243D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POO (repaso)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CBD69D6-3C29-333B-A41F-65542843A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441" y="1560510"/>
            <a:ext cx="4242604" cy="3736979"/>
          </a:xfrm>
          <a:prstGeom prst="roundRect">
            <a:avLst>
              <a:gd name="adj" fmla="val 3661"/>
            </a:avLst>
          </a:prstGeom>
          <a:solidFill>
            <a:srgbClr val="5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getters, setters,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métodos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@Override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-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2B387A3-CBA8-405F-1EF8-B08358E1E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6550" y="1560510"/>
            <a:ext cx="4887250" cy="4727514"/>
          </a:xfrm>
          <a:prstGeom prst="roundRect">
            <a:avLst>
              <a:gd name="adj" fmla="val 3558"/>
            </a:avLst>
          </a:prstGeom>
          <a:solidFill>
            <a:srgbClr val="5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Sumador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static 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static 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static 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static 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: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79C05-DDD3-90EC-23F9-9FAF81B92DA5}"/>
              </a:ext>
            </a:extLst>
          </p:cNvPr>
          <p:cNvSpPr txBox="1"/>
          <p:nvPr/>
        </p:nvSpPr>
        <p:spPr>
          <a:xfrm>
            <a:off x="3929687" y="4835824"/>
            <a:ext cx="1879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i="1" dirty="0">
                <a:solidFill>
                  <a:srgbClr val="FB838D"/>
                </a:solidFill>
              </a:rPr>
              <a:t>sobre escritura</a:t>
            </a:r>
            <a:endParaRPr lang="en-US" sz="2000" i="1" dirty="0">
              <a:solidFill>
                <a:srgbClr val="FB838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34563-E69B-A5AC-8EFB-F5C8D576E0DC}"/>
              </a:ext>
            </a:extLst>
          </p:cNvPr>
          <p:cNvSpPr txBox="1"/>
          <p:nvPr/>
        </p:nvSpPr>
        <p:spPr>
          <a:xfrm>
            <a:off x="9843862" y="582671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i="1" dirty="0">
                <a:solidFill>
                  <a:srgbClr val="FB838D"/>
                </a:solidFill>
              </a:rPr>
              <a:t>sobrecarga</a:t>
            </a:r>
            <a:endParaRPr lang="en-US" sz="2000" i="1" dirty="0">
              <a:solidFill>
                <a:srgbClr val="FB83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24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POO 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F1A17F9-3BE1-768B-07D2-6FD713BC6DF1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558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1E489A9-899C-7C94-AEDE-AA43564E2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49" y="329939"/>
            <a:ext cx="9341574" cy="62089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5D6C5A-EAE7-BF1A-4500-97DC19B2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D4ACE-173F-F6A3-F4B0-FA826F9DE0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D48887-98E5-4BAA-BC9B-3EACE8853E8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E5C2CA-5FCE-5584-9FC1-FFBE0D9509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89475" y="4835951"/>
            <a:ext cx="2611226" cy="1520399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Implementar en Java la clase mostrada en el diagrama.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C6F5356-8FDF-4D81-533D-DA1F6BACEA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50" b="3412"/>
          <a:stretch/>
        </p:blipFill>
        <p:spPr>
          <a:xfrm>
            <a:off x="930694" y="1479091"/>
            <a:ext cx="4269103" cy="271077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5F63618-A61F-ABBA-C84E-22632BBD6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473" y="4453150"/>
            <a:ext cx="2293535" cy="158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46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D1D0-F01D-B8E8-CF6B-A70FF67A2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03B123-6EB9-D498-22D6-EB8D7FABDF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7A1F6-525B-FEB1-4B77-FBFCECFE8E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8553093" cy="4782911"/>
          </a:xfrm>
        </p:spPr>
        <p:txBody>
          <a:bodyPr>
            <a:normAutofit fontScale="850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La clase </a:t>
            </a:r>
            <a:r>
              <a:rPr lang="es-ES" b="1" dirty="0" err="1"/>
              <a:t>OperadorArreglos</a:t>
            </a:r>
            <a:r>
              <a:rPr lang="es-ES" dirty="0"/>
              <a:t> tiene 3 métodos que realizan operaciones sobre vectores enteros: </a:t>
            </a:r>
          </a:p>
          <a:p>
            <a:pPr marL="1022350" lvl="1" indent="-514350">
              <a:lnSpc>
                <a:spcPct val="120000"/>
              </a:lnSpc>
              <a:buAutoNum type="alphaUcPeriod"/>
            </a:pPr>
            <a:r>
              <a:rPr lang="es-ES" b="1" dirty="0" err="1"/>
              <a:t>sumarConjuntos</a:t>
            </a:r>
            <a:r>
              <a:rPr lang="es-ES" b="1" dirty="0"/>
              <a:t>(</a:t>
            </a:r>
            <a:r>
              <a:rPr lang="es-ES" b="1" dirty="0" err="1"/>
              <a:t>int</a:t>
            </a:r>
            <a:r>
              <a:rPr lang="es-ES" b="1" dirty="0"/>
              <a:t>[] arr1, </a:t>
            </a:r>
            <a:r>
              <a:rPr lang="es-ES" b="1" dirty="0" err="1"/>
              <a:t>int</a:t>
            </a:r>
            <a:r>
              <a:rPr lang="es-ES" b="1" dirty="0"/>
              <a:t>[] arr2)</a:t>
            </a:r>
            <a:r>
              <a:rPr lang="es-ES" dirty="0"/>
              <a:t>: devuelve un arreglo con los números de arr1 y arr2, sin repetidos.</a:t>
            </a:r>
          </a:p>
          <a:p>
            <a:pPr marL="1022350" lvl="1" indent="-514350">
              <a:lnSpc>
                <a:spcPct val="120000"/>
              </a:lnSpc>
              <a:buAutoNum type="alphaUcPeriod"/>
            </a:pPr>
            <a:r>
              <a:rPr lang="es-ES" b="1" dirty="0" err="1"/>
              <a:t>restarConjuntos</a:t>
            </a:r>
            <a:r>
              <a:rPr lang="es-ES" b="1" dirty="0"/>
              <a:t>(</a:t>
            </a:r>
            <a:r>
              <a:rPr lang="es-ES" b="1" dirty="0" err="1"/>
              <a:t>int</a:t>
            </a:r>
            <a:r>
              <a:rPr lang="es-ES" b="1" dirty="0"/>
              <a:t>[] arr1, </a:t>
            </a:r>
            <a:r>
              <a:rPr lang="es-ES" b="1" dirty="0" err="1"/>
              <a:t>int</a:t>
            </a:r>
            <a:r>
              <a:rPr lang="es-ES" b="1" dirty="0"/>
              <a:t>[] arr2)</a:t>
            </a:r>
            <a:r>
              <a:rPr lang="es-ES" dirty="0"/>
              <a:t>: devuelve un arreglo con los números que están en arr1 pero no en arr2, sin repetidos.</a:t>
            </a:r>
          </a:p>
          <a:p>
            <a:pPr marL="1022350" lvl="1" indent="-514350">
              <a:lnSpc>
                <a:spcPct val="120000"/>
              </a:lnSpc>
              <a:buAutoNum type="alphaUcPeriod"/>
            </a:pPr>
            <a:r>
              <a:rPr lang="es-ES" b="1" dirty="0" err="1"/>
              <a:t>intersectarConjuntos</a:t>
            </a:r>
            <a:r>
              <a:rPr lang="es-ES" b="1" dirty="0"/>
              <a:t>(</a:t>
            </a:r>
            <a:r>
              <a:rPr lang="es-ES" b="1" dirty="0" err="1"/>
              <a:t>int</a:t>
            </a:r>
            <a:r>
              <a:rPr lang="es-ES" b="1" dirty="0"/>
              <a:t>[] arr1, </a:t>
            </a:r>
            <a:r>
              <a:rPr lang="es-ES" b="1" dirty="0" err="1"/>
              <a:t>int</a:t>
            </a:r>
            <a:r>
              <a:rPr lang="es-ES" b="1" dirty="0"/>
              <a:t>[] arr2)</a:t>
            </a:r>
            <a:r>
              <a:rPr lang="es-ES" dirty="0"/>
              <a:t>: devuelve un arreglo con los números que están en arr1 y arr2 a la vez, sin repetidos.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La clase </a:t>
            </a:r>
            <a:r>
              <a:rPr lang="es-ES" b="1" dirty="0" err="1"/>
              <a:t>AppPOO</a:t>
            </a:r>
            <a:r>
              <a:rPr lang="es-ES" dirty="0"/>
              <a:t>, en su método </a:t>
            </a:r>
            <a:r>
              <a:rPr lang="es-ES" b="1" dirty="0" err="1"/>
              <a:t>main</a:t>
            </a:r>
            <a:r>
              <a:rPr lang="es-ES" dirty="0"/>
              <a:t>, ofrecerá al usuario, a través de la clase </a:t>
            </a:r>
            <a:r>
              <a:rPr lang="es-ES" b="1" dirty="0" err="1"/>
              <a:t>Menu</a:t>
            </a:r>
            <a:r>
              <a:rPr lang="es-ES" dirty="0"/>
              <a:t>, un menú con las 3 opciones.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Todas las peticiones de datos estarán a cargo de la clase </a:t>
            </a:r>
            <a:r>
              <a:rPr lang="es-ES" b="1" dirty="0" err="1"/>
              <a:t>LectorDatos</a:t>
            </a:r>
            <a:r>
              <a:rPr lang="es-ES" dirty="0"/>
              <a:t>, desarrolladas anteriormente.</a:t>
            </a:r>
          </a:p>
          <a:p>
            <a:pPr marL="50800" indent="0">
              <a:lnSpc>
                <a:spcPct val="120000"/>
              </a:lnSpc>
              <a:buNone/>
            </a:pPr>
            <a:endParaRPr lang="es-ES" dirty="0"/>
          </a:p>
          <a:p>
            <a:pPr marL="50800" indent="0">
              <a:lnSpc>
                <a:spcPct val="120000"/>
              </a:lnSpc>
              <a:buNone/>
            </a:pPr>
            <a:endParaRPr lang="es-ES" dirty="0"/>
          </a:p>
          <a:p>
            <a:pPr marL="5080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D582BD-CA7C-706A-78A3-8D48016B4FA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5FB095-441F-3A2B-21D6-7B5A3E37DC29}"/>
              </a:ext>
            </a:extLst>
          </p:cNvPr>
          <p:cNvGrpSpPr/>
          <p:nvPr/>
        </p:nvGrpSpPr>
        <p:grpSpPr>
          <a:xfrm>
            <a:off x="9904269" y="1517715"/>
            <a:ext cx="1773650" cy="4330603"/>
            <a:chOff x="9904269" y="1517715"/>
            <a:chExt cx="1773650" cy="433060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ED446A9-7104-192B-5F50-1DCA2C08AA5C}"/>
                </a:ext>
              </a:extLst>
            </p:cNvPr>
            <p:cNvSpPr/>
            <p:nvPr/>
          </p:nvSpPr>
          <p:spPr>
            <a:xfrm>
              <a:off x="9904269" y="4764236"/>
              <a:ext cx="1084082" cy="1084082"/>
            </a:xfrm>
            <a:prstGeom prst="ellipse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5DE08F3-5991-01FA-C1A4-898213C86E6D}"/>
                </a:ext>
              </a:extLst>
            </p:cNvPr>
            <p:cNvSpPr/>
            <p:nvPr/>
          </p:nvSpPr>
          <p:spPr>
            <a:xfrm>
              <a:off x="10593837" y="4764236"/>
              <a:ext cx="1084082" cy="1084082"/>
            </a:xfrm>
            <a:prstGeom prst="ellipse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134A7C6-4767-093D-CF5B-457D4FD5938B}"/>
                </a:ext>
              </a:extLst>
            </p:cNvPr>
            <p:cNvSpPr/>
            <p:nvPr/>
          </p:nvSpPr>
          <p:spPr>
            <a:xfrm>
              <a:off x="9904269" y="1517715"/>
              <a:ext cx="1773650" cy="1084082"/>
            </a:xfrm>
            <a:custGeom>
              <a:avLst/>
              <a:gdLst>
                <a:gd name="connsiteX0" fmla="*/ 542041 w 1773650"/>
                <a:gd name="connsiteY0" fmla="*/ 0 h 1084082"/>
                <a:gd name="connsiteX1" fmla="*/ 845101 w 1773650"/>
                <a:gd name="connsiteY1" fmla="*/ 92572 h 1084082"/>
                <a:gd name="connsiteX2" fmla="*/ 886825 w 1773650"/>
                <a:gd name="connsiteY2" fmla="*/ 126997 h 1084082"/>
                <a:gd name="connsiteX3" fmla="*/ 928549 w 1773650"/>
                <a:gd name="connsiteY3" fmla="*/ 92572 h 1084082"/>
                <a:gd name="connsiteX4" fmla="*/ 1231609 w 1773650"/>
                <a:gd name="connsiteY4" fmla="*/ 0 h 1084082"/>
                <a:gd name="connsiteX5" fmla="*/ 1773650 w 1773650"/>
                <a:gd name="connsiteY5" fmla="*/ 542041 h 1084082"/>
                <a:gd name="connsiteX6" fmla="*/ 1231609 w 1773650"/>
                <a:gd name="connsiteY6" fmla="*/ 1084082 h 1084082"/>
                <a:gd name="connsiteX7" fmla="*/ 928549 w 1773650"/>
                <a:gd name="connsiteY7" fmla="*/ 991510 h 1084082"/>
                <a:gd name="connsiteX8" fmla="*/ 886825 w 1773650"/>
                <a:gd name="connsiteY8" fmla="*/ 957085 h 1084082"/>
                <a:gd name="connsiteX9" fmla="*/ 845101 w 1773650"/>
                <a:gd name="connsiteY9" fmla="*/ 991510 h 1084082"/>
                <a:gd name="connsiteX10" fmla="*/ 542041 w 1773650"/>
                <a:gd name="connsiteY10" fmla="*/ 1084082 h 1084082"/>
                <a:gd name="connsiteX11" fmla="*/ 0 w 1773650"/>
                <a:gd name="connsiteY11" fmla="*/ 542041 h 1084082"/>
                <a:gd name="connsiteX12" fmla="*/ 542041 w 1773650"/>
                <a:gd name="connsiteY12" fmla="*/ 0 h 10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73650" h="1084082">
                  <a:moveTo>
                    <a:pt x="542041" y="0"/>
                  </a:moveTo>
                  <a:cubicBezTo>
                    <a:pt x="654301" y="0"/>
                    <a:pt x="758591" y="34127"/>
                    <a:pt x="845101" y="92572"/>
                  </a:cubicBezTo>
                  <a:lnTo>
                    <a:pt x="886825" y="126997"/>
                  </a:lnTo>
                  <a:lnTo>
                    <a:pt x="928549" y="92572"/>
                  </a:lnTo>
                  <a:cubicBezTo>
                    <a:pt x="1015059" y="34127"/>
                    <a:pt x="1119349" y="0"/>
                    <a:pt x="1231609" y="0"/>
                  </a:cubicBezTo>
                  <a:cubicBezTo>
                    <a:pt x="1530970" y="0"/>
                    <a:pt x="1773650" y="242680"/>
                    <a:pt x="1773650" y="542041"/>
                  </a:cubicBezTo>
                  <a:cubicBezTo>
                    <a:pt x="1773650" y="841402"/>
                    <a:pt x="1530970" y="1084082"/>
                    <a:pt x="1231609" y="1084082"/>
                  </a:cubicBezTo>
                  <a:cubicBezTo>
                    <a:pt x="1119349" y="1084082"/>
                    <a:pt x="1015059" y="1049955"/>
                    <a:pt x="928549" y="991510"/>
                  </a:cubicBezTo>
                  <a:lnTo>
                    <a:pt x="886825" y="957085"/>
                  </a:lnTo>
                  <a:lnTo>
                    <a:pt x="845101" y="991510"/>
                  </a:lnTo>
                  <a:cubicBezTo>
                    <a:pt x="758591" y="1049955"/>
                    <a:pt x="654301" y="1084082"/>
                    <a:pt x="542041" y="1084082"/>
                  </a:cubicBezTo>
                  <a:cubicBezTo>
                    <a:pt x="242680" y="1084082"/>
                    <a:pt x="0" y="841402"/>
                    <a:pt x="0" y="542041"/>
                  </a:cubicBezTo>
                  <a:cubicBezTo>
                    <a:pt x="0" y="242680"/>
                    <a:pt x="242680" y="0"/>
                    <a:pt x="542041" y="0"/>
                  </a:cubicBezTo>
                  <a:close/>
                </a:path>
              </a:pathLst>
            </a:custGeom>
            <a:solidFill>
              <a:srgbClr val="FF505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E72FC9D-BF6C-77F3-0C65-8936231DEDA2}"/>
                </a:ext>
              </a:extLst>
            </p:cNvPr>
            <p:cNvSpPr/>
            <p:nvPr/>
          </p:nvSpPr>
          <p:spPr>
            <a:xfrm>
              <a:off x="9904270" y="3172122"/>
              <a:ext cx="886825" cy="1084082"/>
            </a:xfrm>
            <a:custGeom>
              <a:avLst/>
              <a:gdLst>
                <a:gd name="connsiteX0" fmla="*/ 542041 w 886825"/>
                <a:gd name="connsiteY0" fmla="*/ 0 h 1084082"/>
                <a:gd name="connsiteX1" fmla="*/ 845101 w 886825"/>
                <a:gd name="connsiteY1" fmla="*/ 92572 h 1084082"/>
                <a:gd name="connsiteX2" fmla="*/ 886825 w 886825"/>
                <a:gd name="connsiteY2" fmla="*/ 126997 h 1084082"/>
                <a:gd name="connsiteX3" fmla="*/ 848328 w 886825"/>
                <a:gd name="connsiteY3" fmla="*/ 158760 h 1084082"/>
                <a:gd name="connsiteX4" fmla="*/ 689568 w 886825"/>
                <a:gd name="connsiteY4" fmla="*/ 542041 h 1084082"/>
                <a:gd name="connsiteX5" fmla="*/ 848328 w 886825"/>
                <a:gd name="connsiteY5" fmla="*/ 925322 h 1084082"/>
                <a:gd name="connsiteX6" fmla="*/ 886825 w 886825"/>
                <a:gd name="connsiteY6" fmla="*/ 957085 h 1084082"/>
                <a:gd name="connsiteX7" fmla="*/ 845101 w 886825"/>
                <a:gd name="connsiteY7" fmla="*/ 991510 h 1084082"/>
                <a:gd name="connsiteX8" fmla="*/ 542041 w 886825"/>
                <a:gd name="connsiteY8" fmla="*/ 1084082 h 1084082"/>
                <a:gd name="connsiteX9" fmla="*/ 0 w 886825"/>
                <a:gd name="connsiteY9" fmla="*/ 542041 h 1084082"/>
                <a:gd name="connsiteX10" fmla="*/ 542041 w 886825"/>
                <a:gd name="connsiteY10" fmla="*/ 0 h 10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6825" h="1084082">
                  <a:moveTo>
                    <a:pt x="542041" y="0"/>
                  </a:moveTo>
                  <a:cubicBezTo>
                    <a:pt x="654301" y="0"/>
                    <a:pt x="758591" y="34127"/>
                    <a:pt x="845101" y="92572"/>
                  </a:cubicBezTo>
                  <a:lnTo>
                    <a:pt x="886825" y="126997"/>
                  </a:lnTo>
                  <a:lnTo>
                    <a:pt x="848328" y="158760"/>
                  </a:lnTo>
                  <a:cubicBezTo>
                    <a:pt x="750238" y="256850"/>
                    <a:pt x="689568" y="392361"/>
                    <a:pt x="689568" y="542041"/>
                  </a:cubicBezTo>
                  <a:cubicBezTo>
                    <a:pt x="689568" y="691722"/>
                    <a:pt x="750238" y="827232"/>
                    <a:pt x="848328" y="925322"/>
                  </a:cubicBezTo>
                  <a:lnTo>
                    <a:pt x="886825" y="957085"/>
                  </a:lnTo>
                  <a:lnTo>
                    <a:pt x="845101" y="991510"/>
                  </a:lnTo>
                  <a:cubicBezTo>
                    <a:pt x="758591" y="1049955"/>
                    <a:pt x="654301" y="1084082"/>
                    <a:pt x="542041" y="1084082"/>
                  </a:cubicBezTo>
                  <a:cubicBezTo>
                    <a:pt x="242680" y="1084082"/>
                    <a:pt x="0" y="841402"/>
                    <a:pt x="0" y="542041"/>
                  </a:cubicBezTo>
                  <a:cubicBezTo>
                    <a:pt x="0" y="242680"/>
                    <a:pt x="242680" y="0"/>
                    <a:pt x="542041" y="0"/>
                  </a:cubicBezTo>
                  <a:close/>
                </a:path>
              </a:pathLst>
            </a:custGeom>
            <a:solidFill>
              <a:srgbClr val="FF505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7FDA568-7E1C-7ABE-941B-EAE0871867A9}"/>
                </a:ext>
              </a:extLst>
            </p:cNvPr>
            <p:cNvSpPr/>
            <p:nvPr/>
          </p:nvSpPr>
          <p:spPr>
            <a:xfrm>
              <a:off x="10593837" y="4891235"/>
              <a:ext cx="394514" cy="830087"/>
            </a:xfrm>
            <a:custGeom>
              <a:avLst/>
              <a:gdLst>
                <a:gd name="connsiteX0" fmla="*/ 197257 w 394514"/>
                <a:gd name="connsiteY0" fmla="*/ 0 h 830087"/>
                <a:gd name="connsiteX1" fmla="*/ 235754 w 394514"/>
                <a:gd name="connsiteY1" fmla="*/ 31762 h 830087"/>
                <a:gd name="connsiteX2" fmla="*/ 394514 w 394514"/>
                <a:gd name="connsiteY2" fmla="*/ 415043 h 830087"/>
                <a:gd name="connsiteX3" fmla="*/ 235754 w 394514"/>
                <a:gd name="connsiteY3" fmla="*/ 798324 h 830087"/>
                <a:gd name="connsiteX4" fmla="*/ 197257 w 394514"/>
                <a:gd name="connsiteY4" fmla="*/ 830087 h 830087"/>
                <a:gd name="connsiteX5" fmla="*/ 158760 w 394514"/>
                <a:gd name="connsiteY5" fmla="*/ 798324 h 830087"/>
                <a:gd name="connsiteX6" fmla="*/ 0 w 394514"/>
                <a:gd name="connsiteY6" fmla="*/ 415043 h 830087"/>
                <a:gd name="connsiteX7" fmla="*/ 158760 w 394514"/>
                <a:gd name="connsiteY7" fmla="*/ 31762 h 830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4514" h="830087">
                  <a:moveTo>
                    <a:pt x="197257" y="0"/>
                  </a:moveTo>
                  <a:lnTo>
                    <a:pt x="235754" y="31762"/>
                  </a:lnTo>
                  <a:cubicBezTo>
                    <a:pt x="333844" y="129853"/>
                    <a:pt x="394514" y="265363"/>
                    <a:pt x="394514" y="415043"/>
                  </a:cubicBezTo>
                  <a:cubicBezTo>
                    <a:pt x="394514" y="564724"/>
                    <a:pt x="333844" y="700234"/>
                    <a:pt x="235754" y="798324"/>
                  </a:cubicBezTo>
                  <a:lnTo>
                    <a:pt x="197257" y="830087"/>
                  </a:lnTo>
                  <a:lnTo>
                    <a:pt x="158760" y="798324"/>
                  </a:lnTo>
                  <a:cubicBezTo>
                    <a:pt x="60670" y="700234"/>
                    <a:pt x="0" y="564724"/>
                    <a:pt x="0" y="415043"/>
                  </a:cubicBezTo>
                  <a:cubicBezTo>
                    <a:pt x="0" y="265363"/>
                    <a:pt x="60670" y="129853"/>
                    <a:pt x="158760" y="31762"/>
                  </a:cubicBezTo>
                  <a:close/>
                </a:path>
              </a:pathLst>
            </a:custGeom>
            <a:solidFill>
              <a:srgbClr val="FF505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8272D40-780D-C313-8A8C-188B6B6745B7}"/>
                </a:ext>
              </a:extLst>
            </p:cNvPr>
            <p:cNvSpPr/>
            <p:nvPr/>
          </p:nvSpPr>
          <p:spPr>
            <a:xfrm>
              <a:off x="10593837" y="3172122"/>
              <a:ext cx="1084082" cy="1084082"/>
            </a:xfrm>
            <a:prstGeom prst="ellipse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826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37711-98C5-237E-EC50-D28B1C61A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31F88F-CC6D-2815-3829-63439AB658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1D445-8115-88C2-81D1-83D7F02CBA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4333266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Implementar el juego de </a:t>
            </a:r>
            <a:r>
              <a:rPr lang="es-ES" b="1" dirty="0"/>
              <a:t>3 en Raya</a:t>
            </a:r>
            <a:r>
              <a:rPr lang="es-ES" dirty="0"/>
              <a:t> utilizando arreglos bidimensionales y POO.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DEAF88-87BF-267B-344D-C669D9586B8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B6C5FA-54B6-0792-224E-27EAC12E8903}"/>
              </a:ext>
            </a:extLst>
          </p:cNvPr>
          <p:cNvGrpSpPr/>
          <p:nvPr/>
        </p:nvGrpSpPr>
        <p:grpSpPr>
          <a:xfrm>
            <a:off x="5886253" y="907657"/>
            <a:ext cx="5448694" cy="5448693"/>
            <a:chOff x="6129674" y="1104022"/>
            <a:chExt cx="5448694" cy="5448693"/>
          </a:xfrm>
        </p:grpSpPr>
        <p:sp>
          <p:nvSpPr>
            <p:cNvPr id="6" name="Cross 5">
              <a:extLst>
                <a:ext uri="{FF2B5EF4-FFF2-40B4-BE49-F238E27FC236}">
                  <a16:creationId xmlns:a16="http://schemas.microsoft.com/office/drawing/2014/main" id="{D8C481C5-B3DC-EE2C-35D4-0B29D6E7C1DC}"/>
                </a:ext>
              </a:extLst>
            </p:cNvPr>
            <p:cNvSpPr/>
            <p:nvPr/>
          </p:nvSpPr>
          <p:spPr>
            <a:xfrm rot="2700000">
              <a:off x="6824374" y="1718313"/>
              <a:ext cx="1358722" cy="1358722"/>
            </a:xfrm>
            <a:prstGeom prst="plus">
              <a:avLst>
                <a:gd name="adj" fmla="val 4674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ircle: Hollow 6">
              <a:extLst>
                <a:ext uri="{FF2B5EF4-FFF2-40B4-BE49-F238E27FC236}">
                  <a16:creationId xmlns:a16="http://schemas.microsoft.com/office/drawing/2014/main" id="{51804F4B-D8FF-90DA-664C-CACFF756C032}"/>
                </a:ext>
              </a:extLst>
            </p:cNvPr>
            <p:cNvSpPr/>
            <p:nvPr/>
          </p:nvSpPr>
          <p:spPr>
            <a:xfrm>
              <a:off x="10006180" y="1786249"/>
              <a:ext cx="1222850" cy="1222850"/>
            </a:xfrm>
            <a:prstGeom prst="donut">
              <a:avLst>
                <a:gd name="adj" fmla="val 597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AB7D67-4CCC-10FB-2869-05CB5AE03216}"/>
                </a:ext>
              </a:extLst>
            </p:cNvPr>
            <p:cNvSpPr/>
            <p:nvPr/>
          </p:nvSpPr>
          <p:spPr>
            <a:xfrm>
              <a:off x="8241189" y="1104022"/>
              <a:ext cx="94268" cy="5448693"/>
            </a:xfrm>
            <a:prstGeom prst="rect">
              <a:avLst/>
            </a:prstGeom>
            <a:gradFill flip="none" rotWithShape="1">
              <a:gsLst>
                <a:gs pos="32000">
                  <a:schemeClr val="bg2">
                    <a:lumMod val="50000"/>
                  </a:schemeClr>
                </a:gs>
                <a:gs pos="0">
                  <a:schemeClr val="bg2">
                    <a:lumMod val="75000"/>
                    <a:alpha val="0"/>
                  </a:schemeClr>
                </a:gs>
                <a:gs pos="68000">
                  <a:schemeClr val="bg2">
                    <a:lumMod val="50000"/>
                  </a:schemeClr>
                </a:gs>
                <a:gs pos="100000">
                  <a:schemeClr val="bg2">
                    <a:lumMod val="7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17F5EFAD-B4EF-4530-C91B-0D30CF84AD76}"/>
                </a:ext>
              </a:extLst>
            </p:cNvPr>
            <p:cNvSpPr/>
            <p:nvPr/>
          </p:nvSpPr>
          <p:spPr>
            <a:xfrm rot="2700000">
              <a:off x="8344575" y="1718313"/>
              <a:ext cx="1358722" cy="1358722"/>
            </a:xfrm>
            <a:prstGeom prst="plus">
              <a:avLst>
                <a:gd name="adj" fmla="val 4674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ircle: Hollow 9">
              <a:extLst>
                <a:ext uri="{FF2B5EF4-FFF2-40B4-BE49-F238E27FC236}">
                  <a16:creationId xmlns:a16="http://schemas.microsoft.com/office/drawing/2014/main" id="{F9CDB7D9-6153-E5CE-A0BF-0A8D95514613}"/>
                </a:ext>
              </a:extLst>
            </p:cNvPr>
            <p:cNvSpPr/>
            <p:nvPr/>
          </p:nvSpPr>
          <p:spPr>
            <a:xfrm>
              <a:off x="8497885" y="3358436"/>
              <a:ext cx="1222850" cy="1222850"/>
            </a:xfrm>
            <a:prstGeom prst="donut">
              <a:avLst>
                <a:gd name="adj" fmla="val 597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ircle: Hollow 10">
              <a:extLst>
                <a:ext uri="{FF2B5EF4-FFF2-40B4-BE49-F238E27FC236}">
                  <a16:creationId xmlns:a16="http://schemas.microsoft.com/office/drawing/2014/main" id="{DFAEB391-9038-40A3-06F9-84332099F631}"/>
                </a:ext>
              </a:extLst>
            </p:cNvPr>
            <p:cNvSpPr/>
            <p:nvPr/>
          </p:nvSpPr>
          <p:spPr>
            <a:xfrm>
              <a:off x="6892310" y="3358436"/>
              <a:ext cx="1222850" cy="1222850"/>
            </a:xfrm>
            <a:prstGeom prst="donut">
              <a:avLst>
                <a:gd name="adj" fmla="val 597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63F8D1B6-1CA9-A526-54DB-134F5A1062EC}"/>
                </a:ext>
              </a:extLst>
            </p:cNvPr>
            <p:cNvSpPr/>
            <p:nvPr/>
          </p:nvSpPr>
          <p:spPr>
            <a:xfrm rot="2700000">
              <a:off x="9938244" y="3290499"/>
              <a:ext cx="1358722" cy="1358722"/>
            </a:xfrm>
            <a:prstGeom prst="plus">
              <a:avLst>
                <a:gd name="adj" fmla="val 4674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894CD465-44DF-D2B5-F15F-BA61462C6E93}"/>
                </a:ext>
              </a:extLst>
            </p:cNvPr>
            <p:cNvSpPr/>
            <p:nvPr/>
          </p:nvSpPr>
          <p:spPr>
            <a:xfrm rot="2700000">
              <a:off x="8276638" y="4862687"/>
              <a:ext cx="1358722" cy="1358722"/>
            </a:xfrm>
            <a:prstGeom prst="plus">
              <a:avLst>
                <a:gd name="adj" fmla="val 4674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8398F6E-0909-756C-C398-5C54C9467040}"/>
                </a:ext>
              </a:extLst>
            </p:cNvPr>
            <p:cNvSpPr/>
            <p:nvPr/>
          </p:nvSpPr>
          <p:spPr>
            <a:xfrm rot="2700000">
              <a:off x="9938244" y="4862687"/>
              <a:ext cx="1358722" cy="1358722"/>
            </a:xfrm>
            <a:prstGeom prst="plus">
              <a:avLst>
                <a:gd name="adj" fmla="val 4674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ircle: Hollow 14">
              <a:extLst>
                <a:ext uri="{FF2B5EF4-FFF2-40B4-BE49-F238E27FC236}">
                  <a16:creationId xmlns:a16="http://schemas.microsoft.com/office/drawing/2014/main" id="{E01C9053-54FF-7E01-37F0-32693061F4D8}"/>
                </a:ext>
              </a:extLst>
            </p:cNvPr>
            <p:cNvSpPr/>
            <p:nvPr/>
          </p:nvSpPr>
          <p:spPr>
            <a:xfrm>
              <a:off x="6892310" y="4930623"/>
              <a:ext cx="1222850" cy="1222850"/>
            </a:xfrm>
            <a:prstGeom prst="donut">
              <a:avLst>
                <a:gd name="adj" fmla="val 597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1F6CA0A-E72A-6D4F-9B4F-A2F68D5AAB1C}"/>
                </a:ext>
              </a:extLst>
            </p:cNvPr>
            <p:cNvSpPr/>
            <p:nvPr/>
          </p:nvSpPr>
          <p:spPr>
            <a:xfrm>
              <a:off x="9775665" y="1104022"/>
              <a:ext cx="94268" cy="5448693"/>
            </a:xfrm>
            <a:prstGeom prst="rect">
              <a:avLst/>
            </a:prstGeom>
            <a:gradFill flip="none" rotWithShape="1">
              <a:gsLst>
                <a:gs pos="32000">
                  <a:schemeClr val="bg2">
                    <a:lumMod val="50000"/>
                  </a:schemeClr>
                </a:gs>
                <a:gs pos="0">
                  <a:schemeClr val="bg2">
                    <a:lumMod val="75000"/>
                    <a:alpha val="0"/>
                  </a:schemeClr>
                </a:gs>
                <a:gs pos="68000">
                  <a:schemeClr val="bg2">
                    <a:lumMod val="50000"/>
                  </a:schemeClr>
                </a:gs>
                <a:gs pos="100000">
                  <a:schemeClr val="bg2">
                    <a:lumMod val="7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6320B8-841F-7553-A949-1AD99231D688}"/>
                </a:ext>
              </a:extLst>
            </p:cNvPr>
            <p:cNvSpPr/>
            <p:nvPr/>
          </p:nvSpPr>
          <p:spPr>
            <a:xfrm rot="16200000">
              <a:off x="8806887" y="419281"/>
              <a:ext cx="94268" cy="5448693"/>
            </a:xfrm>
            <a:prstGeom prst="rect">
              <a:avLst/>
            </a:prstGeom>
            <a:gradFill flip="none" rotWithShape="1">
              <a:gsLst>
                <a:gs pos="32000">
                  <a:schemeClr val="bg2">
                    <a:lumMod val="50000"/>
                  </a:schemeClr>
                </a:gs>
                <a:gs pos="0">
                  <a:schemeClr val="bg2">
                    <a:lumMod val="75000"/>
                    <a:alpha val="0"/>
                  </a:schemeClr>
                </a:gs>
                <a:gs pos="68000">
                  <a:schemeClr val="bg2">
                    <a:lumMod val="50000"/>
                  </a:schemeClr>
                </a:gs>
                <a:gs pos="100000">
                  <a:schemeClr val="bg2">
                    <a:lumMod val="7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B38B40-A10A-BAAB-1241-2B89751A46F0}"/>
                </a:ext>
              </a:extLst>
            </p:cNvPr>
            <p:cNvSpPr/>
            <p:nvPr/>
          </p:nvSpPr>
          <p:spPr>
            <a:xfrm rot="16200000">
              <a:off x="8806888" y="2038540"/>
              <a:ext cx="94268" cy="5448693"/>
            </a:xfrm>
            <a:prstGeom prst="rect">
              <a:avLst/>
            </a:prstGeom>
            <a:gradFill flip="none" rotWithShape="1">
              <a:gsLst>
                <a:gs pos="32000">
                  <a:schemeClr val="bg2">
                    <a:lumMod val="50000"/>
                  </a:schemeClr>
                </a:gs>
                <a:gs pos="0">
                  <a:schemeClr val="bg2">
                    <a:lumMod val="75000"/>
                    <a:alpha val="0"/>
                  </a:schemeClr>
                </a:gs>
                <a:gs pos="68000">
                  <a:schemeClr val="bg2">
                    <a:lumMod val="50000"/>
                  </a:schemeClr>
                </a:gs>
                <a:gs pos="100000">
                  <a:schemeClr val="bg2">
                    <a:lumMod val="7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93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85000"/>
                  </a:schemeClr>
                </a:solidFill>
              </a:rPr>
              <a:t>21</a:t>
            </a:fld>
            <a:endParaRPr lang="es-P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5"/>
            <a:ext cx="7288244" cy="4337622"/>
          </a:xfrm>
        </p:spPr>
        <p:txBody>
          <a:bodyPr/>
          <a:lstStyle/>
          <a:p>
            <a:r>
              <a:rPr lang="es-ES" dirty="0"/>
              <a:t>¿En qué consiste la sobre escritura?</a:t>
            </a:r>
          </a:p>
          <a:p>
            <a:r>
              <a:rPr lang="es-ES" dirty="0"/>
              <a:t>¿Para qué creamos un constructor?</a:t>
            </a:r>
          </a:p>
          <a:p>
            <a:r>
              <a:rPr lang="es-ES" dirty="0"/>
              <a:t>¿Cuándo creamos métodos estáticos?</a:t>
            </a:r>
          </a:p>
          <a:p>
            <a:r>
              <a:rPr lang="es-ES" dirty="0"/>
              <a:t>¿Para qué sirve un modificador de acceso?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53688">
            <a:off x="9045180" y="520361"/>
            <a:ext cx="1134497" cy="59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18766932">
            <a:off x="10190353" y="3708899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409" b="34623"/>
          <a:stretch/>
        </p:blipFill>
        <p:spPr>
          <a:xfrm rot="20834794">
            <a:off x="8024841" y="1384634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03698" flipH="1">
            <a:off x="8813671" y="1782067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9083</TotalTime>
  <Words>1780</Words>
  <Application>Microsoft Office PowerPoint</Application>
  <PresentationFormat>Panorámica</PresentationFormat>
  <Paragraphs>152</Paragraphs>
  <Slides>23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Arial</vt:lpstr>
      <vt:lpstr>Arial Black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Resolución de problemas con POO</vt:lpstr>
      <vt:lpstr>Conocimientos previos</vt:lpstr>
      <vt:lpstr>Logro de aprendizaje</vt:lpstr>
      <vt:lpstr>Utilidad</vt:lpstr>
      <vt:lpstr>Presentación de PowerPoint</vt:lpstr>
      <vt:lpstr>Presentación de PowerPoint</vt:lpstr>
      <vt:lpstr>Clase y Objeto</vt:lpstr>
      <vt:lpstr>Getters &amp; Setters</vt:lpstr>
      <vt:lpstr>Constructores</vt:lpstr>
      <vt:lpstr>Procedimientos y funciones</vt:lpstr>
      <vt:lpstr>Sobre escritura y sobrecarga</vt:lpstr>
      <vt:lpstr>Presentación de PowerPoint</vt:lpstr>
      <vt:lpstr>Ejercicio 1</vt:lpstr>
      <vt:lpstr>Ejercicio 2</vt:lpstr>
      <vt:lpstr>Ejercicio 3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15-Sesión 29</dc:title>
  <dc:creator>jorgerodcas@hotmail.com</dc:creator>
  <cp:lastModifiedBy>Juan Carlos García</cp:lastModifiedBy>
  <cp:revision>389</cp:revision>
  <dcterms:modified xsi:type="dcterms:W3CDTF">2023-10-23T16:09:40Z</dcterms:modified>
</cp:coreProperties>
</file>